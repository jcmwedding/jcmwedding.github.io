
<file path=[Content_Types].xml><?xml version="1.0" encoding="utf-8"?>
<Types xmlns="http://schemas.openxmlformats.org/package/2006/content-types">
  <Override PartName="/ppt/slideLayouts/slideLayout39.xml" ContentType="application/vnd.openxmlformats-officedocument.presentationml.slideLayout+xml"/>
  <Override PartName="/ppt/notesSlides/notesSlide2.xml" ContentType="application/vnd.openxmlformats-officedocument.presentationml.notes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35.xml" ContentType="application/vnd.openxmlformats-officedocument.presentationml.slideLayout+xml"/>
  <Override PartName="/ppt/notesSlides/notesSlide18.xml" ContentType="application/vnd.openxmlformats-officedocument.presentationml.notesSlide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Default Extension="fntdata" ContentType="application/x-fontdata"/>
  <Override PartName="/ppt/slideLayouts/slideLayout13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33.xml" ContentType="application/vnd.openxmlformats-officedocument.presentationml.slideLayout+xml"/>
  <Override PartName="/ppt/notesSlides/notesSlide16.xml" ContentType="application/vnd.openxmlformats-officedocument.presentationml.notes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40.xml" ContentType="application/vnd.openxmlformats-officedocument.presentationml.slideLayout+xml"/>
  <Override PartName="/ppt/notesSlides/notesSlide14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8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Layouts/slideLayout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34.xml" ContentType="application/vnd.openxmlformats-officedocument.presentationml.slideLayout+xml"/>
  <Override PartName="/ppt/notesSlides/notesSlide17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2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24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Layouts/slideLayout12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0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22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6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19.xml" ContentType="application/vnd.openxmlformats-officedocument.presentationml.slideLayout+xml"/>
  <Override PartName="/ppt/metadata" ContentType="application/binary"/>
  <Override PartName="/ppt/slideMasters/slideMaster1.xml" ContentType="application/vnd.openxmlformats-officedocument.presentationml.slideMaster+xml"/>
  <Override PartName="/ppt/slideLayouts/slideLayout4.xml" ContentType="application/vnd.openxmlformats-officedocument.presentationml.slideLayout+xml"/>
  <Override PartName="/ppt/slideLayouts/slideLayout37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9" r:id="rId15"/>
    <p:sldId id="269" r:id="rId16"/>
    <p:sldId id="281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80" r:id="rId25"/>
    <p:sldId id="277" r:id="rId26"/>
    <p:sldId id="278" r:id="rId27"/>
  </p:sldIdLst>
  <p:sldSz cx="9144000" cy="6858000" type="screen4x3"/>
  <p:notesSz cx="6858000" cy="9144000"/>
  <p:embeddedFontLst>
    <p:embeddedFont>
      <p:font typeface="Pacifico" charset="0"/>
      <p:regular r:id="rId29"/>
    </p:embeddedFont>
    <p:embeddedFont>
      <p:font typeface="Merriweather Light" charset="0"/>
      <p:regular r:id="rId30"/>
      <p:bold r:id="rId31"/>
      <p:italic r:id="rId32"/>
      <p:boldItalic r:id="rId33"/>
    </p:embeddedFont>
    <p:embeddedFont>
      <p:font typeface="Lexend Light" charset="0"/>
      <p:regular r:id="rId34"/>
      <p:bold r:id="rId35"/>
    </p:embeddedFont>
    <p:embeddedFont>
      <p:font typeface="Lexend" charset="0"/>
      <p:regular r:id="rId36"/>
      <p:bold r:id="rId37"/>
    </p:embeddedFont>
    <p:embeddedFont>
      <p:font typeface="Merriweather" charset="0"/>
      <p:regular r:id="rId38"/>
      <p:bold r:id="rId39"/>
      <p:italic r:id="rId40"/>
      <p:boldItalic r:id="rId4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      <p15:guide id="1" orient="horz" pos="216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42" roundtripDataSignature="AMtx7mgM5+OgAhSUAd3psvxN1/kGGx2/a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3" d="100"/>
          <a:sy n="73" d="100"/>
        </p:scale>
        <p:origin x="-1296" y="-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11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font" Target="fonts/font6.fntdata"/><Relationship Id="rId42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5.fntdata"/><Relationship Id="rId38" Type="http://schemas.openxmlformats.org/officeDocument/2006/relationships/font" Target="fonts/font10.fntdata"/><Relationship Id="rId46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1.fntdata"/><Relationship Id="rId41" Type="http://schemas.openxmlformats.org/officeDocument/2006/relationships/font" Target="fonts/font1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4.fntdata"/><Relationship Id="rId37" Type="http://schemas.openxmlformats.org/officeDocument/2006/relationships/font" Target="fonts/font9.fntdata"/><Relationship Id="rId40" Type="http://schemas.openxmlformats.org/officeDocument/2006/relationships/font" Target="fonts/font12.fntdata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36" Type="http://schemas.openxmlformats.org/officeDocument/2006/relationships/font" Target="fonts/font8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3.fntdata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2.fntdata"/><Relationship Id="rId35" Type="http://schemas.openxmlformats.org/officeDocument/2006/relationships/font" Target="fonts/font7.fntdata"/><Relationship Id="rId43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3" name="Google Shape;343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8" name="Google Shape;34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4" name="Google Shape;35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2" name="Google Shape;36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0" name="Google Shape;370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8" name="Google Shape;378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6" name="Google Shape;386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94" name="Google Shape;394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02" name="Google Shape;402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10" name="Google Shape;410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18" name="Google Shape;418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26" name="Google Shape;426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34" name="Google Shape;434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34" name="Google Shape;434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42" name="Google Shape;442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42" name="Google Shape;442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0" name="Google Shape;450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8" name="Google Shape;458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66" name="Google Shape;466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4" name="Google Shape;474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81" name="Google Shape;481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4" name="Google Shape;474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4" name="Google Shape;474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4" name="Google Shape;474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1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  <p:transition advClick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>
  <p:cSld name="TITLE_AND_TWO_COLUMNS_1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2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2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39999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4" name="Google Shape;14;p22"/>
          <p:cNvSpPr txBox="1">
            <a:spLocks noGrp="1"/>
          </p:cNvSpPr>
          <p:nvPr>
            <p:ph type="body" idx="2"/>
          </p:nvPr>
        </p:nvSpPr>
        <p:spPr>
          <a:xfrm>
            <a:off x="4832400" y="1536633"/>
            <a:ext cx="39999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5" name="Google Shape;15;p22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  <p:transition advClick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>
  <p:cSld name="TITLE_AND_BODY_1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23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23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marL="914400" lvl="1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marL="1371600" lvl="2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marL="1828800" lvl="3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marL="2286000" lvl="4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marL="2743200" lvl="5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marL="3200400" lvl="6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marL="3657600" lvl="7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marL="4114800" lvl="8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23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  <p:transition advClick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_4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4"/>
          <p:cNvSpPr txBox="1">
            <a:spLocks noGrp="1"/>
          </p:cNvSpPr>
          <p:nvPr>
            <p:ph type="ctrTitle"/>
          </p:nvPr>
        </p:nvSpPr>
        <p:spPr>
          <a:xfrm>
            <a:off x="311708" y="992767"/>
            <a:ext cx="8520600" cy="273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22" name="Google Shape;22;p24"/>
          <p:cNvSpPr txBox="1">
            <a:spLocks noGrp="1"/>
          </p:cNvSpPr>
          <p:nvPr>
            <p:ph type="subTitle" idx="1"/>
          </p:nvPr>
        </p:nvSpPr>
        <p:spPr>
          <a:xfrm>
            <a:off x="311700" y="3778833"/>
            <a:ext cx="8520600" cy="105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23" name="Google Shape;23;p24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  <p:transition advClick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SECTION_HEADER_1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5"/>
          <p:cNvSpPr txBox="1">
            <a:spLocks noGrp="1"/>
          </p:cNvSpPr>
          <p:nvPr>
            <p:ph type="title"/>
          </p:nvPr>
        </p:nvSpPr>
        <p:spPr>
          <a:xfrm>
            <a:off x="311700" y="2867800"/>
            <a:ext cx="8520600" cy="11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6" name="Google Shape;26;p25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  <p:transition advClick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_ONLY_1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6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26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  <p:transition advClick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_1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7"/>
          <p:cNvSpPr txBox="1">
            <a:spLocks noGrp="1"/>
          </p:cNvSpPr>
          <p:nvPr>
            <p:ph type="title"/>
          </p:nvPr>
        </p:nvSpPr>
        <p:spPr>
          <a:xfrm>
            <a:off x="311700" y="740800"/>
            <a:ext cx="2808000" cy="10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2" name="Google Shape;32;p27"/>
          <p:cNvSpPr txBox="1">
            <a:spLocks noGrp="1"/>
          </p:cNvSpPr>
          <p:nvPr>
            <p:ph type="body" idx="1"/>
          </p:nvPr>
        </p:nvSpPr>
        <p:spPr>
          <a:xfrm>
            <a:off x="311700" y="1852800"/>
            <a:ext cx="2808000" cy="423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3" name="Google Shape;33;p27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  <p:transition advClick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_1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8"/>
          <p:cNvSpPr txBox="1">
            <a:spLocks noGrp="1"/>
          </p:cNvSpPr>
          <p:nvPr>
            <p:ph type="title"/>
          </p:nvPr>
        </p:nvSpPr>
        <p:spPr>
          <a:xfrm>
            <a:off x="490250" y="600200"/>
            <a:ext cx="6367800" cy="54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6" name="Google Shape;36;p28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  <p:transition advClick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_1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9"/>
          <p:cNvSpPr/>
          <p:nvPr/>
        </p:nvSpPr>
        <p:spPr>
          <a:xfrm>
            <a:off x="4572000" y="-167"/>
            <a:ext cx="457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39" name="Google Shape;39;p29"/>
          <p:cNvSpPr txBox="1">
            <a:spLocks noGrp="1"/>
          </p:cNvSpPr>
          <p:nvPr>
            <p:ph type="title"/>
          </p:nvPr>
        </p:nvSpPr>
        <p:spPr>
          <a:xfrm>
            <a:off x="265500" y="1644233"/>
            <a:ext cx="4045200" cy="19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0" name="Google Shape;40;p29"/>
          <p:cNvSpPr txBox="1">
            <a:spLocks noGrp="1"/>
          </p:cNvSpPr>
          <p:nvPr>
            <p:ph type="subTitle" idx="1"/>
          </p:nvPr>
        </p:nvSpPr>
        <p:spPr>
          <a:xfrm>
            <a:off x="265500" y="3737433"/>
            <a:ext cx="4045200" cy="16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1" name="Google Shape;41;p29"/>
          <p:cNvSpPr txBox="1">
            <a:spLocks noGrp="1"/>
          </p:cNvSpPr>
          <p:nvPr>
            <p:ph type="body" idx="2"/>
          </p:nvPr>
        </p:nvSpPr>
        <p:spPr>
          <a:xfrm>
            <a:off x="4939500" y="965433"/>
            <a:ext cx="3837000" cy="492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marL="914400" lvl="1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marL="1371600" lvl="2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marL="1828800" lvl="3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marL="2286000" lvl="4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marL="2743200" lvl="5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marL="3200400" lvl="6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marL="3657600" lvl="7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marL="4114800" lvl="8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>
            <a:endParaRPr/>
          </a:p>
        </p:txBody>
      </p:sp>
      <p:sp>
        <p:nvSpPr>
          <p:cNvPr id="42" name="Google Shape;42;p29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  <p:transition advClick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_1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30"/>
          <p:cNvSpPr txBox="1">
            <a:spLocks noGrp="1"/>
          </p:cNvSpPr>
          <p:nvPr>
            <p:ph type="body" idx="1"/>
          </p:nvPr>
        </p:nvSpPr>
        <p:spPr>
          <a:xfrm>
            <a:off x="311700" y="5640767"/>
            <a:ext cx="5998800" cy="80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marL="914400" lvl="1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marL="1371600" lvl="2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marL="1828800" lvl="3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marL="2286000" lvl="4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marL="2743200" lvl="5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marL="3200400" lvl="6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marL="3657600" lvl="7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marL="4114800" lvl="8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>
            <a:endParaRPr/>
          </a:p>
        </p:txBody>
      </p:sp>
      <p:sp>
        <p:nvSpPr>
          <p:cNvPr id="45" name="Google Shape;45;p30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  <p:transition advClick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_1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1"/>
          <p:cNvSpPr txBox="1">
            <a:spLocks noGrp="1"/>
          </p:cNvSpPr>
          <p:nvPr>
            <p:ph type="title"/>
          </p:nvPr>
        </p:nvSpPr>
        <p:spPr>
          <a:xfrm>
            <a:off x="311700" y="1474833"/>
            <a:ext cx="8520600" cy="26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endParaRPr/>
          </a:p>
        </p:txBody>
      </p:sp>
      <p:sp>
        <p:nvSpPr>
          <p:cNvPr id="48" name="Google Shape;48;p31"/>
          <p:cNvSpPr txBox="1">
            <a:spLocks noGrp="1"/>
          </p:cNvSpPr>
          <p:nvPr>
            <p:ph type="body" idx="1"/>
          </p:nvPr>
        </p:nvSpPr>
        <p:spPr>
          <a:xfrm>
            <a:off x="311700" y="4202967"/>
            <a:ext cx="8520600" cy="1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8575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marL="914400" lvl="1" indent="-28575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marL="1371600" lvl="2" indent="-28575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marL="1828800" lvl="3" indent="-28575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marL="2286000" lvl="4" indent="-28575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marL="2743200" lvl="5" indent="-28575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marL="3200400" lvl="6" indent="-28575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marL="3657600" lvl="7" indent="-28575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marL="4114800" lvl="8" indent="-28575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>
            <a:endParaRPr/>
          </a:p>
        </p:txBody>
      </p:sp>
      <p:sp>
        <p:nvSpPr>
          <p:cNvPr id="49" name="Google Shape;49;p31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  <p:transition advClick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">
  <p:cSld name="CUSTOM_7_1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32"/>
          <p:cNvSpPr txBox="1">
            <a:spLocks noGrp="1"/>
          </p:cNvSpPr>
          <p:nvPr>
            <p:ph type="title"/>
          </p:nvPr>
        </p:nvSpPr>
        <p:spPr>
          <a:xfrm>
            <a:off x="677325" y="2443700"/>
            <a:ext cx="3217200" cy="19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32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  <p:sp>
        <p:nvSpPr>
          <p:cNvPr id="53" name="Google Shape;53;p32"/>
          <p:cNvSpPr txBox="1">
            <a:spLocks noGrp="1"/>
          </p:cNvSpPr>
          <p:nvPr>
            <p:ph type="subTitle" idx="1"/>
          </p:nvPr>
        </p:nvSpPr>
        <p:spPr>
          <a:xfrm>
            <a:off x="4406650" y="525000"/>
            <a:ext cx="4409700" cy="72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54" name="Google Shape;54;p32"/>
          <p:cNvSpPr txBox="1">
            <a:spLocks noGrp="1"/>
          </p:cNvSpPr>
          <p:nvPr>
            <p:ph type="subTitle" idx="2"/>
          </p:nvPr>
        </p:nvSpPr>
        <p:spPr>
          <a:xfrm>
            <a:off x="4406650" y="1535607"/>
            <a:ext cx="4409700" cy="72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55" name="Google Shape;55;p32"/>
          <p:cNvSpPr txBox="1">
            <a:spLocks noGrp="1"/>
          </p:cNvSpPr>
          <p:nvPr>
            <p:ph type="subTitle" idx="3"/>
          </p:nvPr>
        </p:nvSpPr>
        <p:spPr>
          <a:xfrm>
            <a:off x="4406650" y="4567427"/>
            <a:ext cx="4409700" cy="72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56" name="Google Shape;56;p32"/>
          <p:cNvSpPr txBox="1">
            <a:spLocks noGrp="1"/>
          </p:cNvSpPr>
          <p:nvPr>
            <p:ph type="subTitle" idx="4"/>
          </p:nvPr>
        </p:nvSpPr>
        <p:spPr>
          <a:xfrm>
            <a:off x="4406650" y="2546213"/>
            <a:ext cx="4409700" cy="72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57" name="Google Shape;57;p32"/>
          <p:cNvSpPr txBox="1">
            <a:spLocks noGrp="1"/>
          </p:cNvSpPr>
          <p:nvPr>
            <p:ph type="subTitle" idx="5"/>
          </p:nvPr>
        </p:nvSpPr>
        <p:spPr>
          <a:xfrm>
            <a:off x="4406650" y="5578033"/>
            <a:ext cx="4409700" cy="72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58" name="Google Shape;58;p32"/>
          <p:cNvSpPr txBox="1">
            <a:spLocks noGrp="1"/>
          </p:cNvSpPr>
          <p:nvPr>
            <p:ph type="subTitle" idx="6"/>
          </p:nvPr>
        </p:nvSpPr>
        <p:spPr>
          <a:xfrm>
            <a:off x="4406650" y="3556820"/>
            <a:ext cx="4409700" cy="72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</p:spTree>
  </p:cSld>
  <p:clrMapOvr>
    <a:masterClrMapping/>
  </p:clrMapOvr>
  <p:transition advClick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body and image">
  <p:cSld name="CUSTOM_8_1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33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33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44739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marL="914400" lvl="1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marL="1371600" lvl="2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marL="1828800" lvl="3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marL="2286000" lvl="4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marL="2743200" lvl="5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marL="3200400" lvl="6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marL="3657600" lvl="7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marL="4114800" lvl="8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>
            <a:endParaRPr/>
          </a:p>
        </p:txBody>
      </p:sp>
      <p:sp>
        <p:nvSpPr>
          <p:cNvPr id="62" name="Google Shape;62;p33"/>
          <p:cNvSpPr>
            <a:spLocks noGrp="1"/>
          </p:cNvSpPr>
          <p:nvPr>
            <p:ph type="pic" idx="2"/>
          </p:nvPr>
        </p:nvSpPr>
        <p:spPr>
          <a:xfrm>
            <a:off x="4992024" y="1537033"/>
            <a:ext cx="3840300" cy="4555200"/>
          </a:xfrm>
          <a:prstGeom prst="rect">
            <a:avLst/>
          </a:prstGeom>
          <a:noFill/>
          <a:ln>
            <a:noFill/>
          </a:ln>
        </p:spPr>
      </p:sp>
      <p:sp>
        <p:nvSpPr>
          <p:cNvPr id="63" name="Google Shape;63;p33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  <p:transition advClick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big ideas">
  <p:cSld name="CUSTOM_1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34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  <p:sp>
        <p:nvSpPr>
          <p:cNvPr id="66" name="Google Shape;66;p34"/>
          <p:cNvSpPr txBox="1">
            <a:spLocks noGrp="1"/>
          </p:cNvSpPr>
          <p:nvPr>
            <p:ph type="title"/>
          </p:nvPr>
        </p:nvSpPr>
        <p:spPr>
          <a:xfrm>
            <a:off x="483175" y="600033"/>
            <a:ext cx="8184600" cy="101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4"/>
          <p:cNvSpPr txBox="1">
            <a:spLocks noGrp="1"/>
          </p:cNvSpPr>
          <p:nvPr>
            <p:ph type="body" idx="1"/>
          </p:nvPr>
        </p:nvSpPr>
        <p:spPr>
          <a:xfrm>
            <a:off x="483150" y="2983717"/>
            <a:ext cx="3619800" cy="316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marL="914400" lvl="1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marL="1371600" lvl="2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marL="1828800" lvl="3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marL="2286000" lvl="4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marL="2743200" lvl="5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marL="3200400" lvl="6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marL="3657600" lvl="7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marL="4114800" lvl="8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>
            <a:endParaRPr/>
          </a:p>
        </p:txBody>
      </p:sp>
      <p:sp>
        <p:nvSpPr>
          <p:cNvPr id="68" name="Google Shape;68;p34"/>
          <p:cNvSpPr txBox="1">
            <a:spLocks noGrp="1"/>
          </p:cNvSpPr>
          <p:nvPr>
            <p:ph type="body" idx="2"/>
          </p:nvPr>
        </p:nvSpPr>
        <p:spPr>
          <a:xfrm>
            <a:off x="5048000" y="2983717"/>
            <a:ext cx="3619800" cy="316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marL="914400" lvl="1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marL="1371600" lvl="2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marL="1828800" lvl="3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marL="2286000" lvl="4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marL="2743200" lvl="5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marL="3200400" lvl="6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marL="3657600" lvl="7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marL="4114800" lvl="8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>
            <a:endParaRPr/>
          </a:p>
        </p:txBody>
      </p:sp>
      <p:sp>
        <p:nvSpPr>
          <p:cNvPr id="69" name="Google Shape;69;p34"/>
          <p:cNvSpPr txBox="1">
            <a:spLocks noGrp="1"/>
          </p:cNvSpPr>
          <p:nvPr>
            <p:ph type="subTitle" idx="3"/>
          </p:nvPr>
        </p:nvSpPr>
        <p:spPr>
          <a:xfrm>
            <a:off x="483150" y="1781548"/>
            <a:ext cx="3619800" cy="72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70" name="Google Shape;70;p34"/>
          <p:cNvSpPr txBox="1">
            <a:spLocks noGrp="1"/>
          </p:cNvSpPr>
          <p:nvPr>
            <p:ph type="subTitle" idx="4"/>
          </p:nvPr>
        </p:nvSpPr>
        <p:spPr>
          <a:xfrm>
            <a:off x="5048000" y="1781548"/>
            <a:ext cx="3619800" cy="72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</p:spTree>
  </p:cSld>
  <p:clrMapOvr>
    <a:masterClrMapping/>
  </p:clrMapOvr>
  <p:transition advClick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big ideas">
  <p:cSld name="CUSTOM_2_2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35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  <p:sp>
        <p:nvSpPr>
          <p:cNvPr id="73" name="Google Shape;73;p35"/>
          <p:cNvSpPr txBox="1">
            <a:spLocks noGrp="1"/>
          </p:cNvSpPr>
          <p:nvPr>
            <p:ph type="body" idx="1"/>
          </p:nvPr>
        </p:nvSpPr>
        <p:spPr>
          <a:xfrm>
            <a:off x="483175" y="3223333"/>
            <a:ext cx="2455500" cy="316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marL="914400" lvl="1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marL="1371600" lvl="2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marL="1828800" lvl="3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marL="2286000" lvl="4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marL="2743200" lvl="5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marL="3200400" lvl="6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marL="3657600" lvl="7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marL="4114800" lvl="8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>
            <a:endParaRPr/>
          </a:p>
        </p:txBody>
      </p:sp>
      <p:sp>
        <p:nvSpPr>
          <p:cNvPr id="74" name="Google Shape;74;p35"/>
          <p:cNvSpPr txBox="1">
            <a:spLocks noGrp="1"/>
          </p:cNvSpPr>
          <p:nvPr>
            <p:ph type="body" idx="2"/>
          </p:nvPr>
        </p:nvSpPr>
        <p:spPr>
          <a:xfrm>
            <a:off x="3347725" y="3223333"/>
            <a:ext cx="2455500" cy="316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marL="914400" lvl="1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marL="1371600" lvl="2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marL="1828800" lvl="3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marL="2286000" lvl="4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marL="2743200" lvl="5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marL="3200400" lvl="6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marL="3657600" lvl="7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marL="4114800" lvl="8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>
            <a:endParaRPr/>
          </a:p>
        </p:txBody>
      </p:sp>
      <p:sp>
        <p:nvSpPr>
          <p:cNvPr id="75" name="Google Shape;75;p35"/>
          <p:cNvSpPr txBox="1">
            <a:spLocks noGrp="1"/>
          </p:cNvSpPr>
          <p:nvPr>
            <p:ph type="body" idx="3"/>
          </p:nvPr>
        </p:nvSpPr>
        <p:spPr>
          <a:xfrm>
            <a:off x="6212275" y="3223333"/>
            <a:ext cx="2455500" cy="316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marL="914400" lvl="1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marL="1371600" lvl="2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marL="1828800" lvl="3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marL="2286000" lvl="4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marL="2743200" lvl="5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marL="3200400" lvl="6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marL="3657600" lvl="7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marL="4114800" lvl="8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>
            <a:endParaRPr/>
          </a:p>
        </p:txBody>
      </p:sp>
      <p:sp>
        <p:nvSpPr>
          <p:cNvPr id="76" name="Google Shape;76;p35"/>
          <p:cNvSpPr txBox="1">
            <a:spLocks noGrp="1"/>
          </p:cNvSpPr>
          <p:nvPr>
            <p:ph type="title"/>
          </p:nvPr>
        </p:nvSpPr>
        <p:spPr>
          <a:xfrm>
            <a:off x="483175" y="600033"/>
            <a:ext cx="8184600" cy="101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35"/>
          <p:cNvSpPr txBox="1">
            <a:spLocks noGrp="1"/>
          </p:cNvSpPr>
          <p:nvPr>
            <p:ph type="subTitle" idx="4"/>
          </p:nvPr>
        </p:nvSpPr>
        <p:spPr>
          <a:xfrm>
            <a:off x="483175" y="1781533"/>
            <a:ext cx="2455500" cy="103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78" name="Google Shape;78;p35"/>
          <p:cNvSpPr txBox="1">
            <a:spLocks noGrp="1"/>
          </p:cNvSpPr>
          <p:nvPr>
            <p:ph type="subTitle" idx="5"/>
          </p:nvPr>
        </p:nvSpPr>
        <p:spPr>
          <a:xfrm>
            <a:off x="3347725" y="1781533"/>
            <a:ext cx="2455500" cy="103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79" name="Google Shape;79;p35"/>
          <p:cNvSpPr txBox="1">
            <a:spLocks noGrp="1"/>
          </p:cNvSpPr>
          <p:nvPr>
            <p:ph type="subTitle" idx="6"/>
          </p:nvPr>
        </p:nvSpPr>
        <p:spPr>
          <a:xfrm>
            <a:off x="6212275" y="1781533"/>
            <a:ext cx="2455500" cy="103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</p:spTree>
  </p:cSld>
  <p:clrMapOvr>
    <a:masterClrMapping/>
  </p:clrMapOvr>
  <p:transition advClick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ur big ideas">
  <p:cSld name="CUSTOM_3_1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36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  <p:sp>
        <p:nvSpPr>
          <p:cNvPr id="82" name="Google Shape;82;p36"/>
          <p:cNvSpPr txBox="1">
            <a:spLocks noGrp="1"/>
          </p:cNvSpPr>
          <p:nvPr>
            <p:ph type="body" idx="1"/>
          </p:nvPr>
        </p:nvSpPr>
        <p:spPr>
          <a:xfrm>
            <a:off x="366725" y="2345458"/>
            <a:ext cx="3838500" cy="15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marL="1371600" lvl="2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marL="1828800" lvl="3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marL="2286000" lvl="4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marL="2743200" lvl="5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marL="3200400" lvl="6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marL="3657600" lvl="7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marL="4114800" lvl="8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>
            <a:endParaRPr/>
          </a:p>
        </p:txBody>
      </p:sp>
      <p:sp>
        <p:nvSpPr>
          <p:cNvPr id="83" name="Google Shape;83;p36"/>
          <p:cNvSpPr txBox="1">
            <a:spLocks noGrp="1"/>
          </p:cNvSpPr>
          <p:nvPr>
            <p:ph type="body" idx="2"/>
          </p:nvPr>
        </p:nvSpPr>
        <p:spPr>
          <a:xfrm>
            <a:off x="4938725" y="2345458"/>
            <a:ext cx="3838500" cy="15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marL="1371600" lvl="2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marL="1828800" lvl="3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marL="2286000" lvl="4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marL="2743200" lvl="5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marL="3200400" lvl="6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marL="3657600" lvl="7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marL="4114800" lvl="8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>
            <a:endParaRPr/>
          </a:p>
        </p:txBody>
      </p:sp>
      <p:sp>
        <p:nvSpPr>
          <p:cNvPr id="84" name="Google Shape;84;p36"/>
          <p:cNvSpPr txBox="1">
            <a:spLocks noGrp="1"/>
          </p:cNvSpPr>
          <p:nvPr>
            <p:ph type="body" idx="3"/>
          </p:nvPr>
        </p:nvSpPr>
        <p:spPr>
          <a:xfrm>
            <a:off x="366750" y="4864767"/>
            <a:ext cx="3838500" cy="15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marL="1371600" lvl="2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marL="1828800" lvl="3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marL="2286000" lvl="4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marL="2743200" lvl="5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marL="3200400" lvl="6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marL="3657600" lvl="7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marL="4114800" lvl="8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>
            <a:endParaRPr/>
          </a:p>
        </p:txBody>
      </p:sp>
      <p:sp>
        <p:nvSpPr>
          <p:cNvPr id="85" name="Google Shape;85;p36"/>
          <p:cNvSpPr txBox="1">
            <a:spLocks noGrp="1"/>
          </p:cNvSpPr>
          <p:nvPr>
            <p:ph type="body" idx="4"/>
          </p:nvPr>
        </p:nvSpPr>
        <p:spPr>
          <a:xfrm>
            <a:off x="4938750" y="4864767"/>
            <a:ext cx="3838500" cy="15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marL="1371600" lvl="2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marL="1828800" lvl="3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marL="2286000" lvl="4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marL="2743200" lvl="5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marL="3200400" lvl="6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marL="3657600" lvl="7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marL="4114800" lvl="8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>
            <a:endParaRPr/>
          </a:p>
        </p:txBody>
      </p:sp>
      <p:sp>
        <p:nvSpPr>
          <p:cNvPr id="86" name="Google Shape;86;p36"/>
          <p:cNvSpPr txBox="1">
            <a:spLocks noGrp="1"/>
          </p:cNvSpPr>
          <p:nvPr>
            <p:ph type="title"/>
          </p:nvPr>
        </p:nvSpPr>
        <p:spPr>
          <a:xfrm>
            <a:off x="366750" y="600033"/>
            <a:ext cx="8184600" cy="101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36"/>
          <p:cNvSpPr txBox="1">
            <a:spLocks noGrp="1"/>
          </p:cNvSpPr>
          <p:nvPr>
            <p:ph type="subTitle" idx="5"/>
          </p:nvPr>
        </p:nvSpPr>
        <p:spPr>
          <a:xfrm>
            <a:off x="366763" y="1703876"/>
            <a:ext cx="3838500" cy="64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88" name="Google Shape;88;p36"/>
          <p:cNvSpPr txBox="1">
            <a:spLocks noGrp="1"/>
          </p:cNvSpPr>
          <p:nvPr>
            <p:ph type="subTitle" idx="6"/>
          </p:nvPr>
        </p:nvSpPr>
        <p:spPr>
          <a:xfrm>
            <a:off x="4938738" y="1703876"/>
            <a:ext cx="3838500" cy="64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89" name="Google Shape;89;p36"/>
          <p:cNvSpPr txBox="1">
            <a:spLocks noGrp="1"/>
          </p:cNvSpPr>
          <p:nvPr>
            <p:ph type="subTitle" idx="7"/>
          </p:nvPr>
        </p:nvSpPr>
        <p:spPr>
          <a:xfrm>
            <a:off x="4938761" y="4223150"/>
            <a:ext cx="3838500" cy="64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90" name="Google Shape;90;p36"/>
          <p:cNvSpPr txBox="1">
            <a:spLocks noGrp="1"/>
          </p:cNvSpPr>
          <p:nvPr>
            <p:ph type="subTitle" idx="8"/>
          </p:nvPr>
        </p:nvSpPr>
        <p:spPr>
          <a:xfrm>
            <a:off x="366750" y="4223150"/>
            <a:ext cx="3838500" cy="64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</p:spTree>
  </p:cSld>
  <p:clrMapOvr>
    <a:masterClrMapping/>
  </p:clrMapOvr>
  <p:transition advClick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image">
  <p:cSld name="TITLE_ONLY_1_1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37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37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  <p:sp>
        <p:nvSpPr>
          <p:cNvPr id="94" name="Google Shape;94;p37"/>
          <p:cNvSpPr>
            <a:spLocks noGrp="1"/>
          </p:cNvSpPr>
          <p:nvPr>
            <p:ph type="pic" idx="2"/>
          </p:nvPr>
        </p:nvSpPr>
        <p:spPr>
          <a:xfrm>
            <a:off x="311700" y="1560567"/>
            <a:ext cx="8520600" cy="46572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transition advClick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storyboards">
  <p:cSld name="CUSTOM_4_1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8"/>
          <p:cNvSpPr txBox="1">
            <a:spLocks noGrp="1"/>
          </p:cNvSpPr>
          <p:nvPr>
            <p:ph type="body" idx="1"/>
          </p:nvPr>
        </p:nvSpPr>
        <p:spPr>
          <a:xfrm>
            <a:off x="311700" y="5440300"/>
            <a:ext cx="4027500" cy="123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97" name="Google Shape;97;p38"/>
          <p:cNvSpPr>
            <a:spLocks noGrp="1"/>
          </p:cNvSpPr>
          <p:nvPr>
            <p:ph type="pic" idx="2"/>
          </p:nvPr>
        </p:nvSpPr>
        <p:spPr>
          <a:xfrm>
            <a:off x="4804825" y="1511067"/>
            <a:ext cx="4027500" cy="3190500"/>
          </a:xfrm>
          <a:prstGeom prst="rect">
            <a:avLst/>
          </a:prstGeom>
          <a:noFill/>
          <a:ln>
            <a:noFill/>
          </a:ln>
        </p:spPr>
      </p:sp>
      <p:sp>
        <p:nvSpPr>
          <p:cNvPr id="98" name="Google Shape;98;p38"/>
          <p:cNvSpPr>
            <a:spLocks noGrp="1"/>
          </p:cNvSpPr>
          <p:nvPr>
            <p:ph type="pic" idx="3"/>
          </p:nvPr>
        </p:nvSpPr>
        <p:spPr>
          <a:xfrm>
            <a:off x="311725" y="1511067"/>
            <a:ext cx="4027500" cy="3190500"/>
          </a:xfrm>
          <a:prstGeom prst="rect">
            <a:avLst/>
          </a:prstGeom>
          <a:noFill/>
          <a:ln>
            <a:noFill/>
          </a:ln>
        </p:spPr>
      </p:sp>
      <p:sp>
        <p:nvSpPr>
          <p:cNvPr id="99" name="Google Shape;99;p38"/>
          <p:cNvSpPr txBox="1">
            <a:spLocks noGrp="1"/>
          </p:cNvSpPr>
          <p:nvPr>
            <p:ph type="body" idx="4"/>
          </p:nvPr>
        </p:nvSpPr>
        <p:spPr>
          <a:xfrm>
            <a:off x="4804825" y="5440300"/>
            <a:ext cx="4027500" cy="123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00" name="Google Shape;100;p38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  <p:sp>
        <p:nvSpPr>
          <p:cNvPr id="101" name="Google Shape;101;p38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38"/>
          <p:cNvSpPr txBox="1">
            <a:spLocks noGrp="1"/>
          </p:cNvSpPr>
          <p:nvPr>
            <p:ph type="subTitle" idx="5"/>
          </p:nvPr>
        </p:nvSpPr>
        <p:spPr>
          <a:xfrm>
            <a:off x="311725" y="4777200"/>
            <a:ext cx="4027500" cy="64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03" name="Google Shape;103;p38"/>
          <p:cNvSpPr txBox="1">
            <a:spLocks noGrp="1"/>
          </p:cNvSpPr>
          <p:nvPr>
            <p:ph type="subTitle" idx="6"/>
          </p:nvPr>
        </p:nvSpPr>
        <p:spPr>
          <a:xfrm>
            <a:off x="4804825" y="4777200"/>
            <a:ext cx="4027500" cy="64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  <p:transition advClick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storyboards">
  <p:cSld name="CUSTOM_4_1_1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9"/>
          <p:cNvSpPr txBox="1">
            <a:spLocks noGrp="1"/>
          </p:cNvSpPr>
          <p:nvPr>
            <p:ph type="body" idx="1"/>
          </p:nvPr>
        </p:nvSpPr>
        <p:spPr>
          <a:xfrm>
            <a:off x="311700" y="5215600"/>
            <a:ext cx="2627100" cy="135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06" name="Google Shape;106;p39"/>
          <p:cNvSpPr>
            <a:spLocks noGrp="1"/>
          </p:cNvSpPr>
          <p:nvPr>
            <p:ph type="pic" idx="2"/>
          </p:nvPr>
        </p:nvSpPr>
        <p:spPr>
          <a:xfrm>
            <a:off x="6205225" y="1504433"/>
            <a:ext cx="2627100" cy="3030900"/>
          </a:xfrm>
          <a:prstGeom prst="rect">
            <a:avLst/>
          </a:prstGeom>
          <a:noFill/>
          <a:ln>
            <a:noFill/>
          </a:ln>
        </p:spPr>
      </p:sp>
      <p:sp>
        <p:nvSpPr>
          <p:cNvPr id="107" name="Google Shape;107;p39"/>
          <p:cNvSpPr>
            <a:spLocks noGrp="1"/>
          </p:cNvSpPr>
          <p:nvPr>
            <p:ph type="pic" idx="3"/>
          </p:nvPr>
        </p:nvSpPr>
        <p:spPr>
          <a:xfrm>
            <a:off x="311725" y="1504433"/>
            <a:ext cx="2627100" cy="3030900"/>
          </a:xfrm>
          <a:prstGeom prst="rect">
            <a:avLst/>
          </a:prstGeom>
          <a:noFill/>
          <a:ln>
            <a:noFill/>
          </a:ln>
        </p:spPr>
      </p:sp>
      <p:sp>
        <p:nvSpPr>
          <p:cNvPr id="108" name="Google Shape;108;p39"/>
          <p:cNvSpPr txBox="1">
            <a:spLocks noGrp="1"/>
          </p:cNvSpPr>
          <p:nvPr>
            <p:ph type="body" idx="4"/>
          </p:nvPr>
        </p:nvSpPr>
        <p:spPr>
          <a:xfrm>
            <a:off x="6205225" y="5215600"/>
            <a:ext cx="2627100" cy="135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09" name="Google Shape;109;p39"/>
          <p:cNvSpPr>
            <a:spLocks noGrp="1"/>
          </p:cNvSpPr>
          <p:nvPr>
            <p:ph type="pic" idx="5"/>
          </p:nvPr>
        </p:nvSpPr>
        <p:spPr>
          <a:xfrm>
            <a:off x="3255250" y="1504433"/>
            <a:ext cx="2627100" cy="3030900"/>
          </a:xfrm>
          <a:prstGeom prst="rect">
            <a:avLst/>
          </a:prstGeom>
          <a:noFill/>
          <a:ln>
            <a:noFill/>
          </a:ln>
        </p:spPr>
      </p:sp>
      <p:sp>
        <p:nvSpPr>
          <p:cNvPr id="110" name="Google Shape;110;p39"/>
          <p:cNvSpPr txBox="1">
            <a:spLocks noGrp="1"/>
          </p:cNvSpPr>
          <p:nvPr>
            <p:ph type="body" idx="6"/>
          </p:nvPr>
        </p:nvSpPr>
        <p:spPr>
          <a:xfrm>
            <a:off x="3255250" y="5215600"/>
            <a:ext cx="2627100" cy="135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11" name="Google Shape;111;p39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  <p:sp>
        <p:nvSpPr>
          <p:cNvPr id="112" name="Google Shape;112;p39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p39"/>
          <p:cNvSpPr txBox="1">
            <a:spLocks noGrp="1"/>
          </p:cNvSpPr>
          <p:nvPr>
            <p:ph type="subTitle" idx="7"/>
          </p:nvPr>
        </p:nvSpPr>
        <p:spPr>
          <a:xfrm>
            <a:off x="311725" y="4574000"/>
            <a:ext cx="2627100" cy="64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14" name="Google Shape;114;p39"/>
          <p:cNvSpPr txBox="1">
            <a:spLocks noGrp="1"/>
          </p:cNvSpPr>
          <p:nvPr>
            <p:ph type="subTitle" idx="8"/>
          </p:nvPr>
        </p:nvSpPr>
        <p:spPr>
          <a:xfrm>
            <a:off x="6205225" y="4574000"/>
            <a:ext cx="2627100" cy="64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15" name="Google Shape;115;p39"/>
          <p:cNvSpPr txBox="1">
            <a:spLocks noGrp="1"/>
          </p:cNvSpPr>
          <p:nvPr>
            <p:ph type="subTitle" idx="9"/>
          </p:nvPr>
        </p:nvSpPr>
        <p:spPr>
          <a:xfrm>
            <a:off x="3255250" y="4574000"/>
            <a:ext cx="2627100" cy="64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  <p:transition advClick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only">
  <p:cSld name="CUSTOM_5_1"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40"/>
          <p:cNvSpPr>
            <a:spLocks noGrp="1"/>
          </p:cNvSpPr>
          <p:nvPr>
            <p:ph type="pic" idx="2"/>
          </p:nvPr>
        </p:nvSpPr>
        <p:spPr>
          <a:xfrm>
            <a:off x="311700" y="593367"/>
            <a:ext cx="8520600" cy="5624400"/>
          </a:xfrm>
          <a:prstGeom prst="rect">
            <a:avLst/>
          </a:prstGeom>
          <a:noFill/>
          <a:ln>
            <a:noFill/>
          </a:ln>
        </p:spPr>
      </p:sp>
      <p:sp>
        <p:nvSpPr>
          <p:cNvPr id="118" name="Google Shape;118;p40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  <p:transition advClick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grid">
  <p:cSld name="CUSTOM_6_1"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1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  <p:sp>
        <p:nvSpPr>
          <p:cNvPr id="121" name="Google Shape;121;p41"/>
          <p:cNvSpPr>
            <a:spLocks noGrp="1"/>
          </p:cNvSpPr>
          <p:nvPr>
            <p:ph type="pic" idx="2"/>
          </p:nvPr>
        </p:nvSpPr>
        <p:spPr>
          <a:xfrm>
            <a:off x="3389600" y="158550"/>
            <a:ext cx="1643700" cy="2046900"/>
          </a:xfrm>
          <a:prstGeom prst="rect">
            <a:avLst/>
          </a:prstGeom>
          <a:noFill/>
          <a:ln>
            <a:noFill/>
          </a:ln>
        </p:spPr>
      </p:sp>
      <p:sp>
        <p:nvSpPr>
          <p:cNvPr id="122" name="Google Shape;122;p41"/>
          <p:cNvSpPr>
            <a:spLocks noGrp="1"/>
          </p:cNvSpPr>
          <p:nvPr>
            <p:ph type="pic" idx="3"/>
          </p:nvPr>
        </p:nvSpPr>
        <p:spPr>
          <a:xfrm>
            <a:off x="5195935" y="158550"/>
            <a:ext cx="1643700" cy="2046900"/>
          </a:xfrm>
          <a:prstGeom prst="rect">
            <a:avLst/>
          </a:prstGeom>
          <a:noFill/>
          <a:ln>
            <a:noFill/>
          </a:ln>
        </p:spPr>
      </p:sp>
      <p:sp>
        <p:nvSpPr>
          <p:cNvPr id="123" name="Google Shape;123;p41"/>
          <p:cNvSpPr>
            <a:spLocks noGrp="1"/>
          </p:cNvSpPr>
          <p:nvPr>
            <p:ph type="pic" idx="4"/>
          </p:nvPr>
        </p:nvSpPr>
        <p:spPr>
          <a:xfrm>
            <a:off x="7002270" y="158550"/>
            <a:ext cx="1643700" cy="2046900"/>
          </a:xfrm>
          <a:prstGeom prst="rect">
            <a:avLst/>
          </a:prstGeom>
          <a:noFill/>
          <a:ln>
            <a:noFill/>
          </a:ln>
        </p:spPr>
      </p:sp>
      <p:sp>
        <p:nvSpPr>
          <p:cNvPr id="124" name="Google Shape;124;p41"/>
          <p:cNvSpPr>
            <a:spLocks noGrp="1"/>
          </p:cNvSpPr>
          <p:nvPr>
            <p:ph type="pic" idx="5"/>
          </p:nvPr>
        </p:nvSpPr>
        <p:spPr>
          <a:xfrm>
            <a:off x="3389588" y="2405616"/>
            <a:ext cx="1643700" cy="2046900"/>
          </a:xfrm>
          <a:prstGeom prst="rect">
            <a:avLst/>
          </a:prstGeom>
          <a:noFill/>
          <a:ln>
            <a:noFill/>
          </a:ln>
        </p:spPr>
      </p:sp>
      <p:sp>
        <p:nvSpPr>
          <p:cNvPr id="125" name="Google Shape;125;p41"/>
          <p:cNvSpPr>
            <a:spLocks noGrp="1"/>
          </p:cNvSpPr>
          <p:nvPr>
            <p:ph type="pic" idx="6"/>
          </p:nvPr>
        </p:nvSpPr>
        <p:spPr>
          <a:xfrm>
            <a:off x="5195922" y="2405616"/>
            <a:ext cx="1643700" cy="2046900"/>
          </a:xfrm>
          <a:prstGeom prst="rect">
            <a:avLst/>
          </a:prstGeom>
          <a:noFill/>
          <a:ln>
            <a:noFill/>
          </a:ln>
        </p:spPr>
      </p:sp>
      <p:sp>
        <p:nvSpPr>
          <p:cNvPr id="126" name="Google Shape;126;p41"/>
          <p:cNvSpPr>
            <a:spLocks noGrp="1"/>
          </p:cNvSpPr>
          <p:nvPr>
            <p:ph type="pic" idx="7"/>
          </p:nvPr>
        </p:nvSpPr>
        <p:spPr>
          <a:xfrm>
            <a:off x="7002257" y="2405616"/>
            <a:ext cx="1643700" cy="2046900"/>
          </a:xfrm>
          <a:prstGeom prst="rect">
            <a:avLst/>
          </a:prstGeom>
          <a:noFill/>
          <a:ln>
            <a:noFill/>
          </a:ln>
        </p:spPr>
      </p:sp>
      <p:sp>
        <p:nvSpPr>
          <p:cNvPr id="127" name="Google Shape;127;p41"/>
          <p:cNvSpPr txBox="1">
            <a:spLocks noGrp="1"/>
          </p:cNvSpPr>
          <p:nvPr>
            <p:ph type="title"/>
          </p:nvPr>
        </p:nvSpPr>
        <p:spPr>
          <a:xfrm>
            <a:off x="351550" y="593367"/>
            <a:ext cx="2596800" cy="227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28" name="Google Shape;128;p41"/>
          <p:cNvSpPr>
            <a:spLocks noGrp="1"/>
          </p:cNvSpPr>
          <p:nvPr>
            <p:ph type="pic" idx="8"/>
          </p:nvPr>
        </p:nvSpPr>
        <p:spPr>
          <a:xfrm>
            <a:off x="3389588" y="4652649"/>
            <a:ext cx="1643700" cy="2046900"/>
          </a:xfrm>
          <a:prstGeom prst="rect">
            <a:avLst/>
          </a:prstGeom>
          <a:noFill/>
          <a:ln>
            <a:noFill/>
          </a:ln>
        </p:spPr>
      </p:sp>
      <p:sp>
        <p:nvSpPr>
          <p:cNvPr id="129" name="Google Shape;129;p41"/>
          <p:cNvSpPr>
            <a:spLocks noGrp="1"/>
          </p:cNvSpPr>
          <p:nvPr>
            <p:ph type="pic" idx="9"/>
          </p:nvPr>
        </p:nvSpPr>
        <p:spPr>
          <a:xfrm>
            <a:off x="5195922" y="4652649"/>
            <a:ext cx="1643700" cy="2046900"/>
          </a:xfrm>
          <a:prstGeom prst="rect">
            <a:avLst/>
          </a:prstGeom>
          <a:noFill/>
          <a:ln>
            <a:noFill/>
          </a:ln>
        </p:spPr>
      </p:sp>
      <p:sp>
        <p:nvSpPr>
          <p:cNvPr id="130" name="Google Shape;130;p41"/>
          <p:cNvSpPr>
            <a:spLocks noGrp="1"/>
          </p:cNvSpPr>
          <p:nvPr>
            <p:ph type="pic" idx="13"/>
          </p:nvPr>
        </p:nvSpPr>
        <p:spPr>
          <a:xfrm>
            <a:off x="7002257" y="4652649"/>
            <a:ext cx="1643700" cy="2046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transition advClick="0"/>
  <p:extLst mod="1">
    <p:ext uri="{DCECCB84-F9BA-43D5-87BE-67443E8EF086}">
      <p15:sldGuideLst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      <p15:guide id="1" pos="5564">
          <p15:clr>
            <a:srgbClr val="E46962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ver page" type="title">
  <p:cSld name="TITLE"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42"/>
          <p:cNvSpPr>
            <a:spLocks noGrp="1"/>
          </p:cNvSpPr>
          <p:nvPr>
            <p:ph type="pic" idx="2"/>
          </p:nvPr>
        </p:nvSpPr>
        <p:spPr>
          <a:xfrm>
            <a:off x="0" y="2257533"/>
            <a:ext cx="4494900" cy="3674400"/>
          </a:xfrm>
          <a:prstGeom prst="rect">
            <a:avLst/>
          </a:prstGeom>
          <a:noFill/>
          <a:ln>
            <a:noFill/>
          </a:ln>
        </p:spPr>
      </p:sp>
      <p:sp>
        <p:nvSpPr>
          <p:cNvPr id="133" name="Google Shape;133;p42"/>
          <p:cNvSpPr txBox="1"/>
          <p:nvPr/>
        </p:nvSpPr>
        <p:spPr>
          <a:xfrm>
            <a:off x="0" y="-166917"/>
            <a:ext cx="9144000" cy="20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800"/>
              <a:buFont typeface="Arial"/>
              <a:buNone/>
            </a:pPr>
            <a:endParaRPr sz="11800" b="0" i="0" u="none" strike="noStrike" cap="none">
              <a:solidFill>
                <a:srgbClr val="000000"/>
              </a:solidFill>
              <a:latin typeface="Merriweather Light"/>
              <a:ea typeface="Merriweather Light"/>
              <a:cs typeface="Merriweather Light"/>
              <a:sym typeface="Merriweather Light"/>
            </a:endParaRPr>
          </a:p>
        </p:txBody>
      </p:sp>
      <p:sp>
        <p:nvSpPr>
          <p:cNvPr id="134" name="Google Shape;134;p42"/>
          <p:cNvSpPr txBox="1">
            <a:spLocks noGrp="1"/>
          </p:cNvSpPr>
          <p:nvPr>
            <p:ph type="subTitle" idx="1"/>
          </p:nvPr>
        </p:nvSpPr>
        <p:spPr>
          <a:xfrm>
            <a:off x="4658775" y="5354033"/>
            <a:ext cx="4256400" cy="119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erriweather Light"/>
              <a:buNone/>
              <a:defRPr sz="3000">
                <a:latin typeface="Merriweather Light"/>
                <a:ea typeface="Merriweather Light"/>
                <a:cs typeface="Merriweather Light"/>
                <a:sym typeface="Merriweather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p42"/>
          <p:cNvSpPr txBox="1">
            <a:spLocks noGrp="1"/>
          </p:cNvSpPr>
          <p:nvPr>
            <p:ph type="body" idx="3"/>
          </p:nvPr>
        </p:nvSpPr>
        <p:spPr>
          <a:xfrm>
            <a:off x="4658775" y="3447133"/>
            <a:ext cx="4278600" cy="107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Char char="●"/>
              <a:defRPr>
                <a:solidFill>
                  <a:schemeClr val="dk2"/>
                </a:solidFill>
              </a:defRPr>
            </a:lvl1pPr>
            <a:lvl2pPr marL="914400" lvl="1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Char char="○"/>
              <a:defRPr>
                <a:solidFill>
                  <a:schemeClr val="dk2"/>
                </a:solidFill>
              </a:defRPr>
            </a:lvl2pPr>
            <a:lvl3pPr marL="1371600" lvl="2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Char char="■"/>
              <a:defRPr>
                <a:solidFill>
                  <a:schemeClr val="dk2"/>
                </a:solidFill>
              </a:defRPr>
            </a:lvl3pPr>
            <a:lvl4pPr marL="1828800" lvl="3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Char char="●"/>
              <a:defRPr>
                <a:solidFill>
                  <a:schemeClr val="dk2"/>
                </a:solidFill>
              </a:defRPr>
            </a:lvl4pPr>
            <a:lvl5pPr marL="2286000" lvl="4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Char char="○"/>
              <a:defRPr>
                <a:solidFill>
                  <a:schemeClr val="dk2"/>
                </a:solidFill>
              </a:defRPr>
            </a:lvl5pPr>
            <a:lvl6pPr marL="2743200" lvl="5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Char char="■"/>
              <a:defRPr>
                <a:solidFill>
                  <a:schemeClr val="dk2"/>
                </a:solidFill>
              </a:defRPr>
            </a:lvl6pPr>
            <a:lvl7pPr marL="3200400" lvl="6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Char char="●"/>
              <a:defRPr>
                <a:solidFill>
                  <a:schemeClr val="dk2"/>
                </a:solidFill>
              </a:defRPr>
            </a:lvl7pPr>
            <a:lvl8pPr marL="3657600" lvl="7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Char char="○"/>
              <a:defRPr>
                <a:solidFill>
                  <a:schemeClr val="dk2"/>
                </a:solidFill>
              </a:defRPr>
            </a:lvl8pPr>
            <a:lvl9pPr marL="4114800" lvl="8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36" name="Google Shape;136;p42"/>
          <p:cNvSpPr txBox="1">
            <a:spLocks noGrp="1"/>
          </p:cNvSpPr>
          <p:nvPr>
            <p:ph type="title"/>
          </p:nvPr>
        </p:nvSpPr>
        <p:spPr>
          <a:xfrm>
            <a:off x="0" y="-272133"/>
            <a:ext cx="9144000" cy="22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800"/>
              <a:buFont typeface="Merriweather Light"/>
              <a:buNone/>
              <a:defRPr sz="1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800"/>
              <a:buFont typeface="Merriweather Light"/>
              <a:buNone/>
              <a:defRPr sz="1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800"/>
              <a:buFont typeface="Merriweather Light"/>
              <a:buNone/>
              <a:defRPr sz="1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800"/>
              <a:buFont typeface="Merriweather Light"/>
              <a:buNone/>
              <a:defRPr sz="1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800"/>
              <a:buFont typeface="Merriweather Light"/>
              <a:buNone/>
              <a:defRPr sz="1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800"/>
              <a:buFont typeface="Merriweather Light"/>
              <a:buNone/>
              <a:defRPr sz="1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800"/>
              <a:buFont typeface="Merriweather Light"/>
              <a:buNone/>
              <a:defRPr sz="1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800"/>
              <a:buFont typeface="Merriweather Light"/>
              <a:buNone/>
              <a:defRPr sz="1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800"/>
              <a:buFont typeface="Merriweather Light"/>
              <a:buNone/>
              <a:defRPr sz="11800"/>
            </a:lvl9pPr>
          </a:lstStyle>
          <a:p>
            <a:endParaRPr/>
          </a:p>
        </p:txBody>
      </p:sp>
      <p:sp>
        <p:nvSpPr>
          <p:cNvPr id="137" name="Google Shape;137;p42"/>
          <p:cNvSpPr txBox="1">
            <a:spLocks noGrp="1"/>
          </p:cNvSpPr>
          <p:nvPr>
            <p:ph type="body" idx="4"/>
          </p:nvPr>
        </p:nvSpPr>
        <p:spPr>
          <a:xfrm>
            <a:off x="228600" y="6129867"/>
            <a:ext cx="3150000" cy="42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457200" lvl="0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●"/>
              <a:defRPr>
                <a:solidFill>
                  <a:schemeClr val="dk2"/>
                </a:solidFill>
              </a:defRPr>
            </a:lvl1pPr>
            <a:lvl2pPr marL="914400" lvl="1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○"/>
              <a:defRPr>
                <a:solidFill>
                  <a:schemeClr val="dk2"/>
                </a:solidFill>
              </a:defRPr>
            </a:lvl2pPr>
            <a:lvl3pPr marL="1371600" lvl="2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■"/>
              <a:defRPr>
                <a:solidFill>
                  <a:schemeClr val="dk2"/>
                </a:solidFill>
              </a:defRPr>
            </a:lvl3pPr>
            <a:lvl4pPr marL="1828800" lvl="3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●"/>
              <a:defRPr>
                <a:solidFill>
                  <a:schemeClr val="dk2"/>
                </a:solidFill>
              </a:defRPr>
            </a:lvl4pPr>
            <a:lvl5pPr marL="2286000" lvl="4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○"/>
              <a:defRPr>
                <a:solidFill>
                  <a:schemeClr val="dk2"/>
                </a:solidFill>
              </a:defRPr>
            </a:lvl5pPr>
            <a:lvl6pPr marL="2743200" lvl="5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■"/>
              <a:defRPr>
                <a:solidFill>
                  <a:schemeClr val="dk2"/>
                </a:solidFill>
              </a:defRPr>
            </a:lvl6pPr>
            <a:lvl7pPr marL="3200400" lvl="6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●"/>
              <a:defRPr>
                <a:solidFill>
                  <a:schemeClr val="dk2"/>
                </a:solidFill>
              </a:defRPr>
            </a:lvl7pPr>
            <a:lvl8pPr marL="3657600" lvl="7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○"/>
              <a:defRPr>
                <a:solidFill>
                  <a:schemeClr val="dk2"/>
                </a:solidFill>
              </a:defRPr>
            </a:lvl8pPr>
            <a:lvl9pPr marL="4114800" lvl="8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p:transition advClick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Divider" type="secHead">
  <p:cSld name="SECTION_HEADER"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43"/>
          <p:cNvSpPr>
            <a:spLocks noGrp="1"/>
          </p:cNvSpPr>
          <p:nvPr>
            <p:ph type="pic" idx="2"/>
          </p:nvPr>
        </p:nvSpPr>
        <p:spPr>
          <a:xfrm>
            <a:off x="0" y="0"/>
            <a:ext cx="8583300" cy="5272800"/>
          </a:xfrm>
          <a:prstGeom prst="rect">
            <a:avLst/>
          </a:prstGeom>
          <a:noFill/>
          <a:ln>
            <a:noFill/>
          </a:ln>
        </p:spPr>
      </p:sp>
      <p:sp>
        <p:nvSpPr>
          <p:cNvPr id="140" name="Google Shape;140;p43"/>
          <p:cNvSpPr txBox="1">
            <a:spLocks noGrp="1"/>
          </p:cNvSpPr>
          <p:nvPr>
            <p:ph type="title"/>
          </p:nvPr>
        </p:nvSpPr>
        <p:spPr>
          <a:xfrm>
            <a:off x="228600" y="5435067"/>
            <a:ext cx="8354700" cy="14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Font typeface="Merriweather Light"/>
              <a:buNone/>
              <a:defRPr sz="7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cxnSp>
        <p:nvCxnSpPr>
          <p:cNvPr id="141" name="Google Shape;141;p43"/>
          <p:cNvCxnSpPr/>
          <p:nvPr/>
        </p:nvCxnSpPr>
        <p:spPr>
          <a:xfrm>
            <a:off x="8586257" y="1"/>
            <a:ext cx="0" cy="68589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42" name="Google Shape;142;p43"/>
          <p:cNvSpPr txBox="1">
            <a:spLocks noGrp="1"/>
          </p:cNvSpPr>
          <p:nvPr>
            <p:ph type="title" idx="3"/>
          </p:nvPr>
        </p:nvSpPr>
        <p:spPr>
          <a:xfrm rot="-5400000">
            <a:off x="8190400" y="684867"/>
            <a:ext cx="1360500" cy="5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Lexend Light"/>
              <a:buNone/>
              <a:defRPr sz="700">
                <a:solidFill>
                  <a:schemeClr val="accent2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143" name="Google Shape;143;p43"/>
          <p:cNvSpPr txBox="1">
            <a:spLocks noGrp="1"/>
          </p:cNvSpPr>
          <p:nvPr>
            <p:ph type="title" idx="4"/>
          </p:nvPr>
        </p:nvSpPr>
        <p:spPr>
          <a:xfrm rot="-5400000">
            <a:off x="6933100" y="3148700"/>
            <a:ext cx="3875100" cy="5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Merriweather Light"/>
              <a:buNone/>
              <a:defRPr sz="1500">
                <a:solidFill>
                  <a:schemeClr val="accen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144" name="Google Shape;144;p43"/>
          <p:cNvSpPr txBox="1">
            <a:spLocks noGrp="1"/>
          </p:cNvSpPr>
          <p:nvPr>
            <p:ph type="title" idx="5"/>
          </p:nvPr>
        </p:nvSpPr>
        <p:spPr>
          <a:xfrm>
            <a:off x="8583300" y="5772867"/>
            <a:ext cx="567600" cy="89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Lexend Light"/>
              <a:buNone/>
              <a:defRPr sz="700">
                <a:solidFill>
                  <a:schemeClr val="accent2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p:transition advClick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rvices / Clients" type="tx">
  <p:cSld name="TITLE_AND_BODY"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6" name="Google Shape;146;p44"/>
          <p:cNvCxnSpPr/>
          <p:nvPr/>
        </p:nvCxnSpPr>
        <p:spPr>
          <a:xfrm>
            <a:off x="8586257" y="1"/>
            <a:ext cx="0" cy="68589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47" name="Google Shape;147;p44"/>
          <p:cNvSpPr txBox="1">
            <a:spLocks noGrp="1"/>
          </p:cNvSpPr>
          <p:nvPr>
            <p:ph type="title"/>
          </p:nvPr>
        </p:nvSpPr>
        <p:spPr>
          <a:xfrm rot="-5400000">
            <a:off x="8190400" y="684867"/>
            <a:ext cx="1360500" cy="5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Lexend Light"/>
              <a:buNone/>
              <a:defRPr sz="700">
                <a:solidFill>
                  <a:schemeClr val="accent2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148" name="Google Shape;148;p44"/>
          <p:cNvSpPr txBox="1">
            <a:spLocks noGrp="1"/>
          </p:cNvSpPr>
          <p:nvPr>
            <p:ph type="title" idx="2"/>
          </p:nvPr>
        </p:nvSpPr>
        <p:spPr>
          <a:xfrm rot="-5400000">
            <a:off x="6933100" y="3148700"/>
            <a:ext cx="3875100" cy="5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Merriweather Light"/>
              <a:buNone/>
              <a:defRPr sz="1500">
                <a:solidFill>
                  <a:schemeClr val="accen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149" name="Google Shape;149;p44"/>
          <p:cNvSpPr txBox="1">
            <a:spLocks noGrp="1"/>
          </p:cNvSpPr>
          <p:nvPr>
            <p:ph type="title" idx="3"/>
          </p:nvPr>
        </p:nvSpPr>
        <p:spPr>
          <a:xfrm>
            <a:off x="8583300" y="5772867"/>
            <a:ext cx="567600" cy="89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Lexend Light"/>
              <a:buNone/>
              <a:defRPr sz="700">
                <a:solidFill>
                  <a:schemeClr val="accent2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150" name="Google Shape;150;p44"/>
          <p:cNvSpPr txBox="1">
            <a:spLocks noGrp="1"/>
          </p:cNvSpPr>
          <p:nvPr>
            <p:ph type="title" idx="4"/>
          </p:nvPr>
        </p:nvSpPr>
        <p:spPr>
          <a:xfrm>
            <a:off x="228600" y="293133"/>
            <a:ext cx="2048100" cy="39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51" name="Google Shape;151;p44"/>
          <p:cNvSpPr txBox="1">
            <a:spLocks noGrp="1"/>
          </p:cNvSpPr>
          <p:nvPr>
            <p:ph type="title" idx="5"/>
          </p:nvPr>
        </p:nvSpPr>
        <p:spPr>
          <a:xfrm>
            <a:off x="228600" y="689133"/>
            <a:ext cx="7619700" cy="67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Merriweather"/>
              <a:buNone/>
              <a:defRPr>
                <a:latin typeface="Merriweather"/>
                <a:ea typeface="Merriweather"/>
                <a:cs typeface="Merriweather"/>
                <a:sym typeface="Merriweather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cxnSp>
        <p:nvCxnSpPr>
          <p:cNvPr id="152" name="Google Shape;152;p44"/>
          <p:cNvCxnSpPr/>
          <p:nvPr/>
        </p:nvCxnSpPr>
        <p:spPr>
          <a:xfrm>
            <a:off x="0" y="2950467"/>
            <a:ext cx="85863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53" name="Google Shape;153;p44"/>
          <p:cNvCxnSpPr/>
          <p:nvPr/>
        </p:nvCxnSpPr>
        <p:spPr>
          <a:xfrm>
            <a:off x="-125" y="6553200"/>
            <a:ext cx="85863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54" name="Google Shape;154;p44"/>
          <p:cNvSpPr txBox="1">
            <a:spLocks noGrp="1"/>
          </p:cNvSpPr>
          <p:nvPr>
            <p:ph type="subTitle" idx="1"/>
          </p:nvPr>
        </p:nvSpPr>
        <p:spPr>
          <a:xfrm>
            <a:off x="228600" y="3138367"/>
            <a:ext cx="2203500" cy="2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erriweather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5" name="Google Shape;155;p44"/>
          <p:cNvSpPr txBox="1">
            <a:spLocks noGrp="1"/>
          </p:cNvSpPr>
          <p:nvPr>
            <p:ph type="subTitle" idx="6"/>
          </p:nvPr>
        </p:nvSpPr>
        <p:spPr>
          <a:xfrm>
            <a:off x="3558200" y="3138367"/>
            <a:ext cx="2037900" cy="2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erriweather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6" name="Google Shape;156;p44"/>
          <p:cNvSpPr txBox="1">
            <a:spLocks noGrp="1"/>
          </p:cNvSpPr>
          <p:nvPr>
            <p:ph type="body" idx="7"/>
          </p:nvPr>
        </p:nvSpPr>
        <p:spPr>
          <a:xfrm>
            <a:off x="229900" y="4045867"/>
            <a:ext cx="3148800" cy="2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marL="914400" lvl="1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marL="1371600" lvl="2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marL="1828800" lvl="3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marL="2286000" lvl="4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marL="2743200" lvl="5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marL="3200400" lvl="6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marL="3657600" lvl="7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marL="4114800" lvl="8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>
            <a:endParaRPr/>
          </a:p>
        </p:txBody>
      </p:sp>
      <p:sp>
        <p:nvSpPr>
          <p:cNvPr id="157" name="Google Shape;157;p44"/>
          <p:cNvSpPr txBox="1">
            <a:spLocks noGrp="1"/>
          </p:cNvSpPr>
          <p:nvPr>
            <p:ph type="body" idx="8"/>
          </p:nvPr>
        </p:nvSpPr>
        <p:spPr>
          <a:xfrm>
            <a:off x="3558200" y="4045867"/>
            <a:ext cx="3148800" cy="2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marL="914400" lvl="1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marL="1371600" lvl="2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marL="1828800" lvl="3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marL="2286000" lvl="4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marL="2743200" lvl="5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marL="3200400" lvl="6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marL="3657600" lvl="7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marL="4114800" lvl="8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  <p:transition advClick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">
  <p:cSld name="CUSTOM_3"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9" name="Google Shape;159;p45"/>
          <p:cNvCxnSpPr/>
          <p:nvPr/>
        </p:nvCxnSpPr>
        <p:spPr>
          <a:xfrm>
            <a:off x="8586257" y="1"/>
            <a:ext cx="0" cy="68589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60" name="Google Shape;160;p45"/>
          <p:cNvSpPr txBox="1">
            <a:spLocks noGrp="1"/>
          </p:cNvSpPr>
          <p:nvPr>
            <p:ph type="title"/>
          </p:nvPr>
        </p:nvSpPr>
        <p:spPr>
          <a:xfrm rot="-5400000">
            <a:off x="8190400" y="684867"/>
            <a:ext cx="1360500" cy="5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Lexend Light"/>
              <a:buNone/>
              <a:defRPr sz="700">
                <a:solidFill>
                  <a:schemeClr val="accent2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161" name="Google Shape;161;p45"/>
          <p:cNvSpPr txBox="1">
            <a:spLocks noGrp="1"/>
          </p:cNvSpPr>
          <p:nvPr>
            <p:ph type="title" idx="2"/>
          </p:nvPr>
        </p:nvSpPr>
        <p:spPr>
          <a:xfrm rot="-5400000">
            <a:off x="6933100" y="3148700"/>
            <a:ext cx="3875100" cy="5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Merriweather Light"/>
              <a:buNone/>
              <a:defRPr sz="1500">
                <a:solidFill>
                  <a:schemeClr val="accen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162" name="Google Shape;162;p45"/>
          <p:cNvSpPr txBox="1">
            <a:spLocks noGrp="1"/>
          </p:cNvSpPr>
          <p:nvPr>
            <p:ph type="title" idx="3"/>
          </p:nvPr>
        </p:nvSpPr>
        <p:spPr>
          <a:xfrm>
            <a:off x="8583300" y="5772867"/>
            <a:ext cx="567600" cy="89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Lexend Light"/>
              <a:buNone/>
              <a:defRPr sz="700">
                <a:solidFill>
                  <a:schemeClr val="accent2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p:transition advClick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roject slide" type="twoColTx">
  <p:cSld name="TITLE_AND_TWO_COLUMNS"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46"/>
          <p:cNvSpPr>
            <a:spLocks noGrp="1"/>
          </p:cNvSpPr>
          <p:nvPr>
            <p:ph type="pic" idx="2"/>
          </p:nvPr>
        </p:nvSpPr>
        <p:spPr>
          <a:xfrm>
            <a:off x="3558200" y="285067"/>
            <a:ext cx="5025000" cy="3144000"/>
          </a:xfrm>
          <a:prstGeom prst="rect">
            <a:avLst/>
          </a:prstGeom>
          <a:noFill/>
          <a:ln>
            <a:noFill/>
          </a:ln>
        </p:spPr>
      </p:sp>
      <p:sp>
        <p:nvSpPr>
          <p:cNvPr id="165" name="Google Shape;165;p46"/>
          <p:cNvSpPr>
            <a:spLocks noGrp="1"/>
          </p:cNvSpPr>
          <p:nvPr>
            <p:ph type="pic" idx="3"/>
          </p:nvPr>
        </p:nvSpPr>
        <p:spPr>
          <a:xfrm>
            <a:off x="3557075" y="3429000"/>
            <a:ext cx="5025000" cy="3124500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166" name="Google Shape;166;p46"/>
          <p:cNvCxnSpPr/>
          <p:nvPr/>
        </p:nvCxnSpPr>
        <p:spPr>
          <a:xfrm>
            <a:off x="8586257" y="1"/>
            <a:ext cx="0" cy="68589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67" name="Google Shape;167;p46"/>
          <p:cNvSpPr txBox="1">
            <a:spLocks noGrp="1"/>
          </p:cNvSpPr>
          <p:nvPr>
            <p:ph type="title"/>
          </p:nvPr>
        </p:nvSpPr>
        <p:spPr>
          <a:xfrm rot="-5400000">
            <a:off x="8190400" y="684867"/>
            <a:ext cx="1360500" cy="5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Lexend Light"/>
              <a:buNone/>
              <a:defRPr sz="700">
                <a:solidFill>
                  <a:schemeClr val="accent2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168" name="Google Shape;168;p46"/>
          <p:cNvSpPr txBox="1">
            <a:spLocks noGrp="1"/>
          </p:cNvSpPr>
          <p:nvPr>
            <p:ph type="title" idx="4"/>
          </p:nvPr>
        </p:nvSpPr>
        <p:spPr>
          <a:xfrm rot="-5400000">
            <a:off x="6933100" y="3148700"/>
            <a:ext cx="3875100" cy="5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Merriweather Light"/>
              <a:buNone/>
              <a:defRPr sz="1500">
                <a:solidFill>
                  <a:schemeClr val="accen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169" name="Google Shape;169;p46"/>
          <p:cNvSpPr txBox="1">
            <a:spLocks noGrp="1"/>
          </p:cNvSpPr>
          <p:nvPr>
            <p:ph type="title" idx="5"/>
          </p:nvPr>
        </p:nvSpPr>
        <p:spPr>
          <a:xfrm>
            <a:off x="8583300" y="5772867"/>
            <a:ext cx="567600" cy="89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Lexend Light"/>
              <a:buNone/>
              <a:defRPr sz="700">
                <a:solidFill>
                  <a:schemeClr val="accent2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170" name="Google Shape;170;p46"/>
          <p:cNvSpPr txBox="1">
            <a:spLocks noGrp="1"/>
          </p:cNvSpPr>
          <p:nvPr>
            <p:ph type="title" idx="6"/>
          </p:nvPr>
        </p:nvSpPr>
        <p:spPr>
          <a:xfrm>
            <a:off x="228600" y="293133"/>
            <a:ext cx="2048100" cy="39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71" name="Google Shape;171;p46"/>
          <p:cNvSpPr txBox="1">
            <a:spLocks noGrp="1"/>
          </p:cNvSpPr>
          <p:nvPr>
            <p:ph type="title" idx="7"/>
          </p:nvPr>
        </p:nvSpPr>
        <p:spPr>
          <a:xfrm>
            <a:off x="231325" y="1871600"/>
            <a:ext cx="3147300" cy="15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erriweather Light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72" name="Google Shape;172;p46"/>
          <p:cNvSpPr txBox="1">
            <a:spLocks noGrp="1"/>
          </p:cNvSpPr>
          <p:nvPr>
            <p:ph type="body" idx="1"/>
          </p:nvPr>
        </p:nvSpPr>
        <p:spPr>
          <a:xfrm>
            <a:off x="229125" y="3429967"/>
            <a:ext cx="3149400" cy="23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●"/>
              <a:defRPr>
                <a:solidFill>
                  <a:schemeClr val="dk2"/>
                </a:solidFill>
              </a:defRPr>
            </a:lvl1pPr>
            <a:lvl2pPr marL="914400" lvl="1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○"/>
              <a:defRPr>
                <a:solidFill>
                  <a:schemeClr val="dk2"/>
                </a:solidFill>
              </a:defRPr>
            </a:lvl2pPr>
            <a:lvl3pPr marL="1371600" lvl="2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■"/>
              <a:defRPr>
                <a:solidFill>
                  <a:schemeClr val="dk2"/>
                </a:solidFill>
              </a:defRPr>
            </a:lvl3pPr>
            <a:lvl4pPr marL="1828800" lvl="3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●"/>
              <a:defRPr>
                <a:solidFill>
                  <a:schemeClr val="dk2"/>
                </a:solidFill>
              </a:defRPr>
            </a:lvl4pPr>
            <a:lvl5pPr marL="2286000" lvl="4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○"/>
              <a:defRPr>
                <a:solidFill>
                  <a:schemeClr val="dk2"/>
                </a:solidFill>
              </a:defRPr>
            </a:lvl5pPr>
            <a:lvl6pPr marL="2743200" lvl="5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■"/>
              <a:defRPr>
                <a:solidFill>
                  <a:schemeClr val="dk2"/>
                </a:solidFill>
              </a:defRPr>
            </a:lvl6pPr>
            <a:lvl7pPr marL="3200400" lvl="6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●"/>
              <a:defRPr>
                <a:solidFill>
                  <a:schemeClr val="dk2"/>
                </a:solidFill>
              </a:defRPr>
            </a:lvl7pPr>
            <a:lvl8pPr marL="3657600" lvl="7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○"/>
              <a:defRPr>
                <a:solidFill>
                  <a:schemeClr val="dk2"/>
                </a:solidFill>
              </a:defRPr>
            </a:lvl8pPr>
            <a:lvl9pPr marL="4114800" lvl="8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p:transition advClick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s with captions" type="titleOnly">
  <p:cSld name="TITLE_ONLY"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47"/>
          <p:cNvSpPr>
            <a:spLocks noGrp="1"/>
          </p:cNvSpPr>
          <p:nvPr>
            <p:ph type="pic" idx="2"/>
          </p:nvPr>
        </p:nvSpPr>
        <p:spPr>
          <a:xfrm>
            <a:off x="233775" y="1093700"/>
            <a:ext cx="2043000" cy="4676100"/>
          </a:xfrm>
          <a:prstGeom prst="rect">
            <a:avLst/>
          </a:prstGeom>
          <a:noFill/>
          <a:ln>
            <a:noFill/>
          </a:ln>
        </p:spPr>
      </p:sp>
      <p:sp>
        <p:nvSpPr>
          <p:cNvPr id="175" name="Google Shape;175;p47"/>
          <p:cNvSpPr>
            <a:spLocks noGrp="1"/>
          </p:cNvSpPr>
          <p:nvPr>
            <p:ph type="pic" idx="3"/>
          </p:nvPr>
        </p:nvSpPr>
        <p:spPr>
          <a:xfrm>
            <a:off x="2441450" y="1873133"/>
            <a:ext cx="3154200" cy="4676100"/>
          </a:xfrm>
          <a:prstGeom prst="rect">
            <a:avLst/>
          </a:prstGeom>
          <a:noFill/>
          <a:ln>
            <a:noFill/>
          </a:ln>
        </p:spPr>
      </p:sp>
      <p:sp>
        <p:nvSpPr>
          <p:cNvPr id="176" name="Google Shape;176;p47"/>
          <p:cNvSpPr>
            <a:spLocks noGrp="1"/>
          </p:cNvSpPr>
          <p:nvPr>
            <p:ph type="pic" idx="4"/>
          </p:nvPr>
        </p:nvSpPr>
        <p:spPr>
          <a:xfrm>
            <a:off x="5760650" y="1091000"/>
            <a:ext cx="2052600" cy="4817100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177" name="Google Shape;177;p47"/>
          <p:cNvCxnSpPr/>
          <p:nvPr/>
        </p:nvCxnSpPr>
        <p:spPr>
          <a:xfrm>
            <a:off x="8586257" y="1"/>
            <a:ext cx="0" cy="68589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78" name="Google Shape;178;p47"/>
          <p:cNvSpPr txBox="1">
            <a:spLocks noGrp="1"/>
          </p:cNvSpPr>
          <p:nvPr>
            <p:ph type="title"/>
          </p:nvPr>
        </p:nvSpPr>
        <p:spPr>
          <a:xfrm rot="-5400000">
            <a:off x="8190400" y="684867"/>
            <a:ext cx="1360500" cy="5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Lexend Light"/>
              <a:buNone/>
              <a:defRPr sz="700">
                <a:solidFill>
                  <a:schemeClr val="accent2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179" name="Google Shape;179;p47"/>
          <p:cNvSpPr txBox="1">
            <a:spLocks noGrp="1"/>
          </p:cNvSpPr>
          <p:nvPr>
            <p:ph type="title" idx="5"/>
          </p:nvPr>
        </p:nvSpPr>
        <p:spPr>
          <a:xfrm rot="-5400000">
            <a:off x="6933100" y="3148700"/>
            <a:ext cx="3875100" cy="5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Merriweather Light"/>
              <a:buNone/>
              <a:defRPr sz="1500">
                <a:solidFill>
                  <a:schemeClr val="accen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180" name="Google Shape;180;p47"/>
          <p:cNvSpPr txBox="1">
            <a:spLocks noGrp="1"/>
          </p:cNvSpPr>
          <p:nvPr>
            <p:ph type="title" idx="6"/>
          </p:nvPr>
        </p:nvSpPr>
        <p:spPr>
          <a:xfrm>
            <a:off x="8583300" y="5772867"/>
            <a:ext cx="567600" cy="89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Lexend Light"/>
              <a:buNone/>
              <a:defRPr sz="700">
                <a:solidFill>
                  <a:schemeClr val="accent2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181" name="Google Shape;181;p47"/>
          <p:cNvSpPr txBox="1">
            <a:spLocks noGrp="1"/>
          </p:cNvSpPr>
          <p:nvPr>
            <p:ph type="title" idx="7"/>
          </p:nvPr>
        </p:nvSpPr>
        <p:spPr>
          <a:xfrm>
            <a:off x="228600" y="293133"/>
            <a:ext cx="2048100" cy="39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82" name="Google Shape;182;p47"/>
          <p:cNvSpPr txBox="1">
            <a:spLocks noGrp="1"/>
          </p:cNvSpPr>
          <p:nvPr>
            <p:ph type="body" idx="1"/>
          </p:nvPr>
        </p:nvSpPr>
        <p:spPr>
          <a:xfrm>
            <a:off x="2447900" y="1091000"/>
            <a:ext cx="3147600" cy="77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Merriweather"/>
              <a:buChar char="●"/>
              <a:defRPr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marL="914400" lvl="1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Merriweather"/>
              <a:buChar char="○"/>
              <a:defRPr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marL="1371600" lvl="2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Merriweather"/>
              <a:buChar char="■"/>
              <a:defRPr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marL="1828800" lvl="3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Merriweather"/>
              <a:buChar char="●"/>
              <a:defRPr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marL="2286000" lvl="4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Merriweather"/>
              <a:buChar char="○"/>
              <a:defRPr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marL="2743200" lvl="5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Merriweather"/>
              <a:buChar char="■"/>
              <a:defRPr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marL="3200400" lvl="6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Merriweather"/>
              <a:buChar char="●"/>
              <a:defRPr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marL="3657600" lvl="7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Merriweather"/>
              <a:buChar char="○"/>
              <a:defRPr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marL="4114800" lvl="8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Merriweather"/>
              <a:buChar char="■"/>
              <a:defRPr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>
            <a:endParaRPr/>
          </a:p>
        </p:txBody>
      </p:sp>
      <p:sp>
        <p:nvSpPr>
          <p:cNvPr id="183" name="Google Shape;183;p47"/>
          <p:cNvSpPr txBox="1">
            <a:spLocks noGrp="1"/>
          </p:cNvSpPr>
          <p:nvPr>
            <p:ph type="body" idx="8"/>
          </p:nvPr>
        </p:nvSpPr>
        <p:spPr>
          <a:xfrm>
            <a:off x="228600" y="5772833"/>
            <a:ext cx="2052600" cy="77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457200" lvl="0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Merriweather"/>
              <a:buChar char="●"/>
              <a:defRPr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marL="914400" lvl="1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Merriweather"/>
              <a:buChar char="○"/>
              <a:defRPr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marL="1371600" lvl="2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Merriweather"/>
              <a:buChar char="■"/>
              <a:defRPr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marL="1828800" lvl="3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Merriweather"/>
              <a:buChar char="●"/>
              <a:defRPr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marL="2286000" lvl="4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Merriweather"/>
              <a:buChar char="○"/>
              <a:defRPr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marL="2743200" lvl="5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Merriweather"/>
              <a:buChar char="■"/>
              <a:defRPr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marL="3200400" lvl="6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Merriweather"/>
              <a:buChar char="●"/>
              <a:defRPr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marL="3657600" lvl="7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Merriweather"/>
              <a:buChar char="○"/>
              <a:defRPr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marL="4114800" lvl="8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Merriweather"/>
              <a:buChar char="■"/>
              <a:defRPr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>
            <a:endParaRPr/>
          </a:p>
        </p:txBody>
      </p:sp>
      <p:sp>
        <p:nvSpPr>
          <p:cNvPr id="184" name="Google Shape;184;p47"/>
          <p:cNvSpPr txBox="1">
            <a:spLocks noGrp="1"/>
          </p:cNvSpPr>
          <p:nvPr>
            <p:ph type="body" idx="9"/>
          </p:nvPr>
        </p:nvSpPr>
        <p:spPr>
          <a:xfrm>
            <a:off x="5755900" y="5908200"/>
            <a:ext cx="2057700" cy="64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457200" lvl="0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Merriweather"/>
              <a:buChar char="●"/>
              <a:defRPr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marL="914400" lvl="1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Merriweather"/>
              <a:buChar char="○"/>
              <a:defRPr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marL="1371600" lvl="2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Merriweather"/>
              <a:buChar char="■"/>
              <a:defRPr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marL="1828800" lvl="3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Merriweather"/>
              <a:buChar char="●"/>
              <a:defRPr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marL="2286000" lvl="4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Merriweather"/>
              <a:buChar char="○"/>
              <a:defRPr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marL="2743200" lvl="5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Merriweather"/>
              <a:buChar char="■"/>
              <a:defRPr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marL="3200400" lvl="6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Merriweather"/>
              <a:buChar char="●"/>
              <a:defRPr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marL="3657600" lvl="7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Merriweather"/>
              <a:buChar char="○"/>
              <a:defRPr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marL="4114800" lvl="8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Merriweather"/>
              <a:buChar char="■"/>
              <a:defRPr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>
            <a:endParaRPr/>
          </a:p>
        </p:txBody>
      </p:sp>
    </p:spTree>
  </p:cSld>
  <p:clrMapOvr>
    <a:masterClrMapping/>
  </p:clrMapOvr>
  <p:transition advClick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xpertise / Skills">
  <p:cSld name="ONE_COLUMN_TEXT"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48"/>
          <p:cNvSpPr txBox="1">
            <a:spLocks noGrp="1"/>
          </p:cNvSpPr>
          <p:nvPr>
            <p:ph type="title"/>
          </p:nvPr>
        </p:nvSpPr>
        <p:spPr>
          <a:xfrm>
            <a:off x="221950" y="1072733"/>
            <a:ext cx="3156600" cy="429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erriweather"/>
              <a:buNone/>
              <a:defRPr>
                <a:latin typeface="Merriweather"/>
                <a:ea typeface="Merriweather"/>
                <a:cs typeface="Merriweather"/>
                <a:sym typeface="Merriweather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cxnSp>
        <p:nvCxnSpPr>
          <p:cNvPr id="187" name="Google Shape;187;p48"/>
          <p:cNvCxnSpPr/>
          <p:nvPr/>
        </p:nvCxnSpPr>
        <p:spPr>
          <a:xfrm>
            <a:off x="8586257" y="1"/>
            <a:ext cx="0" cy="68589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88" name="Google Shape;188;p48"/>
          <p:cNvSpPr txBox="1">
            <a:spLocks noGrp="1"/>
          </p:cNvSpPr>
          <p:nvPr>
            <p:ph type="title" idx="2"/>
          </p:nvPr>
        </p:nvSpPr>
        <p:spPr>
          <a:xfrm rot="-5400000">
            <a:off x="8190400" y="684867"/>
            <a:ext cx="1360500" cy="5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Lexend Light"/>
              <a:buNone/>
              <a:defRPr sz="700">
                <a:solidFill>
                  <a:schemeClr val="accent2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189" name="Google Shape;189;p48"/>
          <p:cNvSpPr txBox="1">
            <a:spLocks noGrp="1"/>
          </p:cNvSpPr>
          <p:nvPr>
            <p:ph type="title" idx="3"/>
          </p:nvPr>
        </p:nvSpPr>
        <p:spPr>
          <a:xfrm rot="-5400000">
            <a:off x="6933100" y="3148700"/>
            <a:ext cx="3875100" cy="5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Merriweather Light"/>
              <a:buNone/>
              <a:defRPr sz="1500">
                <a:solidFill>
                  <a:schemeClr val="accen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190" name="Google Shape;190;p48"/>
          <p:cNvSpPr txBox="1">
            <a:spLocks noGrp="1"/>
          </p:cNvSpPr>
          <p:nvPr>
            <p:ph type="title" idx="4"/>
          </p:nvPr>
        </p:nvSpPr>
        <p:spPr>
          <a:xfrm>
            <a:off x="8583300" y="5772867"/>
            <a:ext cx="567600" cy="89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Lexend Light"/>
              <a:buNone/>
              <a:defRPr sz="700">
                <a:solidFill>
                  <a:schemeClr val="accent2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191" name="Google Shape;191;p48"/>
          <p:cNvSpPr txBox="1">
            <a:spLocks noGrp="1"/>
          </p:cNvSpPr>
          <p:nvPr>
            <p:ph type="title" idx="5"/>
          </p:nvPr>
        </p:nvSpPr>
        <p:spPr>
          <a:xfrm>
            <a:off x="228600" y="293133"/>
            <a:ext cx="2048100" cy="39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92" name="Google Shape;192;p48"/>
          <p:cNvSpPr>
            <a:spLocks noGrp="1"/>
          </p:cNvSpPr>
          <p:nvPr>
            <p:ph type="pic" idx="6"/>
          </p:nvPr>
        </p:nvSpPr>
        <p:spPr>
          <a:xfrm>
            <a:off x="3556900" y="1091200"/>
            <a:ext cx="2039100" cy="5464800"/>
          </a:xfrm>
          <a:prstGeom prst="rect">
            <a:avLst/>
          </a:prstGeom>
          <a:noFill/>
          <a:ln>
            <a:noFill/>
          </a:ln>
        </p:spPr>
      </p:sp>
      <p:sp>
        <p:nvSpPr>
          <p:cNvPr id="193" name="Google Shape;193;p48"/>
          <p:cNvSpPr>
            <a:spLocks noGrp="1"/>
          </p:cNvSpPr>
          <p:nvPr>
            <p:ph type="pic" idx="7"/>
          </p:nvPr>
        </p:nvSpPr>
        <p:spPr>
          <a:xfrm>
            <a:off x="5758550" y="1091200"/>
            <a:ext cx="2052900" cy="5464800"/>
          </a:xfrm>
          <a:prstGeom prst="rect">
            <a:avLst/>
          </a:prstGeom>
          <a:noFill/>
          <a:ln>
            <a:noFill/>
          </a:ln>
        </p:spPr>
      </p:sp>
      <p:sp>
        <p:nvSpPr>
          <p:cNvPr id="194" name="Google Shape;194;p48"/>
          <p:cNvSpPr txBox="1">
            <a:spLocks noGrp="1"/>
          </p:cNvSpPr>
          <p:nvPr>
            <p:ph type="body" idx="1"/>
          </p:nvPr>
        </p:nvSpPr>
        <p:spPr>
          <a:xfrm>
            <a:off x="228600" y="5572800"/>
            <a:ext cx="3150000" cy="98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457200" lvl="0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●"/>
              <a:defRPr>
                <a:solidFill>
                  <a:schemeClr val="dk2"/>
                </a:solidFill>
              </a:defRPr>
            </a:lvl1pPr>
            <a:lvl2pPr marL="914400" lvl="1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○"/>
              <a:defRPr>
                <a:solidFill>
                  <a:schemeClr val="dk2"/>
                </a:solidFill>
              </a:defRPr>
            </a:lvl2pPr>
            <a:lvl3pPr marL="1371600" lvl="2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■"/>
              <a:defRPr>
                <a:solidFill>
                  <a:schemeClr val="dk2"/>
                </a:solidFill>
              </a:defRPr>
            </a:lvl3pPr>
            <a:lvl4pPr marL="1828800" lvl="3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●"/>
              <a:defRPr>
                <a:solidFill>
                  <a:schemeClr val="dk2"/>
                </a:solidFill>
              </a:defRPr>
            </a:lvl4pPr>
            <a:lvl5pPr marL="2286000" lvl="4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○"/>
              <a:defRPr>
                <a:solidFill>
                  <a:schemeClr val="dk2"/>
                </a:solidFill>
              </a:defRPr>
            </a:lvl5pPr>
            <a:lvl6pPr marL="2743200" lvl="5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■"/>
              <a:defRPr>
                <a:solidFill>
                  <a:schemeClr val="dk2"/>
                </a:solidFill>
              </a:defRPr>
            </a:lvl6pPr>
            <a:lvl7pPr marL="3200400" lvl="6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●"/>
              <a:defRPr>
                <a:solidFill>
                  <a:schemeClr val="dk2"/>
                </a:solidFill>
              </a:defRPr>
            </a:lvl7pPr>
            <a:lvl8pPr marL="3657600" lvl="7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○"/>
              <a:defRPr>
                <a:solidFill>
                  <a:schemeClr val="dk2"/>
                </a:solidFill>
              </a:defRPr>
            </a:lvl8pPr>
            <a:lvl9pPr marL="4114800" lvl="8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95" name="Google Shape;195;p48"/>
          <p:cNvSpPr txBox="1">
            <a:spLocks noGrp="1"/>
          </p:cNvSpPr>
          <p:nvPr>
            <p:ph type="subTitle" idx="8"/>
          </p:nvPr>
        </p:nvSpPr>
        <p:spPr>
          <a:xfrm>
            <a:off x="3556900" y="285067"/>
            <a:ext cx="2203500" cy="40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erriweather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erriweather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erriweather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erriweather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erriweather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erriweather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erriweather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erriweather"/>
              <a:buNone/>
              <a:defRPr/>
            </a:lvl9pPr>
          </a:lstStyle>
          <a:p>
            <a:endParaRPr/>
          </a:p>
        </p:txBody>
      </p:sp>
      <p:sp>
        <p:nvSpPr>
          <p:cNvPr id="196" name="Google Shape;196;p48"/>
          <p:cNvSpPr txBox="1">
            <a:spLocks noGrp="1"/>
          </p:cNvSpPr>
          <p:nvPr>
            <p:ph type="subTitle" idx="9"/>
          </p:nvPr>
        </p:nvSpPr>
        <p:spPr>
          <a:xfrm>
            <a:off x="5766050" y="285067"/>
            <a:ext cx="2037900" cy="40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erriweather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erriweather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erriweather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erriweather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erriweather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erriweather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erriweather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erriweather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transition advClick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act page">
  <p:cSld name="MAIN_POINT"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49"/>
          <p:cNvSpPr txBox="1">
            <a:spLocks noGrp="1"/>
          </p:cNvSpPr>
          <p:nvPr>
            <p:ph type="title"/>
          </p:nvPr>
        </p:nvSpPr>
        <p:spPr>
          <a:xfrm>
            <a:off x="228600" y="293133"/>
            <a:ext cx="7740000" cy="7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Merriweather Light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erriweather Light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erriweather Light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erriweather Light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erriweather Light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erriweather Light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erriweather Light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erriweather Light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erriweather Light"/>
              <a:buNone/>
              <a:defRPr/>
            </a:lvl9pPr>
          </a:lstStyle>
          <a:p>
            <a:endParaRPr/>
          </a:p>
        </p:txBody>
      </p:sp>
      <p:sp>
        <p:nvSpPr>
          <p:cNvPr id="199" name="Google Shape;199;p49"/>
          <p:cNvSpPr txBox="1">
            <a:spLocks noGrp="1"/>
          </p:cNvSpPr>
          <p:nvPr>
            <p:ph type="title" idx="2"/>
          </p:nvPr>
        </p:nvSpPr>
        <p:spPr>
          <a:xfrm>
            <a:off x="228600" y="2645667"/>
            <a:ext cx="4265700" cy="7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Merriweather"/>
              <a:buNone/>
              <a:defRPr>
                <a:latin typeface="Merriweather"/>
                <a:ea typeface="Merriweather"/>
                <a:cs typeface="Merriweather"/>
                <a:sym typeface="Merriweather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erriweather"/>
              <a:buNone/>
              <a:defRPr>
                <a:latin typeface="Merriweather"/>
                <a:ea typeface="Merriweather"/>
                <a:cs typeface="Merriweather"/>
                <a:sym typeface="Merriweather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erriweather"/>
              <a:buNone/>
              <a:defRPr>
                <a:latin typeface="Merriweather"/>
                <a:ea typeface="Merriweather"/>
                <a:cs typeface="Merriweather"/>
                <a:sym typeface="Merriweather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erriweather"/>
              <a:buNone/>
              <a:defRPr>
                <a:latin typeface="Merriweather"/>
                <a:ea typeface="Merriweather"/>
                <a:cs typeface="Merriweather"/>
                <a:sym typeface="Merriweather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erriweather"/>
              <a:buNone/>
              <a:defRPr>
                <a:latin typeface="Merriweather"/>
                <a:ea typeface="Merriweather"/>
                <a:cs typeface="Merriweather"/>
                <a:sym typeface="Merriweather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erriweather"/>
              <a:buNone/>
              <a:defRPr>
                <a:latin typeface="Merriweather"/>
                <a:ea typeface="Merriweather"/>
                <a:cs typeface="Merriweather"/>
                <a:sym typeface="Merriweather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erriweather"/>
              <a:buNone/>
              <a:defRPr>
                <a:latin typeface="Merriweather"/>
                <a:ea typeface="Merriweather"/>
                <a:cs typeface="Merriweather"/>
                <a:sym typeface="Merriweather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erriweather"/>
              <a:buNone/>
              <a:defRPr>
                <a:latin typeface="Merriweather"/>
                <a:ea typeface="Merriweather"/>
                <a:cs typeface="Merriweather"/>
                <a:sym typeface="Merriweather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erriweather"/>
              <a:buNone/>
              <a:defRPr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>
            <a:endParaRPr/>
          </a:p>
        </p:txBody>
      </p:sp>
      <p:sp>
        <p:nvSpPr>
          <p:cNvPr id="200" name="Google Shape;200;p49"/>
          <p:cNvSpPr txBox="1">
            <a:spLocks noGrp="1"/>
          </p:cNvSpPr>
          <p:nvPr>
            <p:ph type="title" idx="3"/>
          </p:nvPr>
        </p:nvSpPr>
        <p:spPr>
          <a:xfrm>
            <a:off x="4658875" y="5755233"/>
            <a:ext cx="4256400" cy="7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Merriweather Light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erriweather Light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erriweather Light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erriweather Light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erriweather Light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erriweather Light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erriweather Light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erriweather Light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erriweather Light"/>
              <a:buNone/>
              <a:defRPr/>
            </a:lvl9pPr>
          </a:lstStyle>
          <a:p>
            <a:endParaRPr/>
          </a:p>
        </p:txBody>
      </p:sp>
      <p:sp>
        <p:nvSpPr>
          <p:cNvPr id="201" name="Google Shape;201;p49"/>
          <p:cNvSpPr txBox="1">
            <a:spLocks noGrp="1"/>
          </p:cNvSpPr>
          <p:nvPr>
            <p:ph type="body" idx="1"/>
          </p:nvPr>
        </p:nvSpPr>
        <p:spPr>
          <a:xfrm>
            <a:off x="228600" y="5572800"/>
            <a:ext cx="3150000" cy="98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457200" lvl="0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●"/>
              <a:defRPr>
                <a:solidFill>
                  <a:schemeClr val="dk2"/>
                </a:solidFill>
              </a:defRPr>
            </a:lvl1pPr>
            <a:lvl2pPr marL="914400" lvl="1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○"/>
              <a:defRPr>
                <a:solidFill>
                  <a:schemeClr val="dk2"/>
                </a:solidFill>
              </a:defRPr>
            </a:lvl2pPr>
            <a:lvl3pPr marL="1371600" lvl="2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■"/>
              <a:defRPr>
                <a:solidFill>
                  <a:schemeClr val="dk2"/>
                </a:solidFill>
              </a:defRPr>
            </a:lvl3pPr>
            <a:lvl4pPr marL="1828800" lvl="3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●"/>
              <a:defRPr>
                <a:solidFill>
                  <a:schemeClr val="dk2"/>
                </a:solidFill>
              </a:defRPr>
            </a:lvl4pPr>
            <a:lvl5pPr marL="2286000" lvl="4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○"/>
              <a:defRPr>
                <a:solidFill>
                  <a:schemeClr val="dk2"/>
                </a:solidFill>
              </a:defRPr>
            </a:lvl5pPr>
            <a:lvl6pPr marL="2743200" lvl="5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■"/>
              <a:defRPr>
                <a:solidFill>
                  <a:schemeClr val="dk2"/>
                </a:solidFill>
              </a:defRPr>
            </a:lvl6pPr>
            <a:lvl7pPr marL="3200400" lvl="6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●"/>
              <a:defRPr>
                <a:solidFill>
                  <a:schemeClr val="dk2"/>
                </a:solidFill>
              </a:defRPr>
            </a:lvl7pPr>
            <a:lvl8pPr marL="3657600" lvl="7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○"/>
              <a:defRPr>
                <a:solidFill>
                  <a:schemeClr val="dk2"/>
                </a:solidFill>
              </a:defRPr>
            </a:lvl8pPr>
            <a:lvl9pPr marL="4114800" lvl="8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02" name="Google Shape;202;p49"/>
          <p:cNvSpPr txBox="1">
            <a:spLocks noGrp="1"/>
          </p:cNvSpPr>
          <p:nvPr>
            <p:ph type="body" idx="4"/>
          </p:nvPr>
        </p:nvSpPr>
        <p:spPr>
          <a:xfrm>
            <a:off x="4658875" y="2645667"/>
            <a:ext cx="4265700" cy="98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●"/>
              <a:defRPr>
                <a:solidFill>
                  <a:schemeClr val="dk2"/>
                </a:solidFill>
              </a:defRPr>
            </a:lvl1pPr>
            <a:lvl2pPr marL="914400" lvl="1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○"/>
              <a:defRPr>
                <a:solidFill>
                  <a:schemeClr val="dk2"/>
                </a:solidFill>
              </a:defRPr>
            </a:lvl2pPr>
            <a:lvl3pPr marL="1371600" lvl="2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■"/>
              <a:defRPr>
                <a:solidFill>
                  <a:schemeClr val="dk2"/>
                </a:solidFill>
              </a:defRPr>
            </a:lvl3pPr>
            <a:lvl4pPr marL="1828800" lvl="3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●"/>
              <a:defRPr>
                <a:solidFill>
                  <a:schemeClr val="dk2"/>
                </a:solidFill>
              </a:defRPr>
            </a:lvl4pPr>
            <a:lvl5pPr marL="2286000" lvl="4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○"/>
              <a:defRPr>
                <a:solidFill>
                  <a:schemeClr val="dk2"/>
                </a:solidFill>
              </a:defRPr>
            </a:lvl5pPr>
            <a:lvl6pPr marL="2743200" lvl="5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■"/>
              <a:defRPr>
                <a:solidFill>
                  <a:schemeClr val="dk2"/>
                </a:solidFill>
              </a:defRPr>
            </a:lvl6pPr>
            <a:lvl7pPr marL="3200400" lvl="6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●"/>
              <a:defRPr>
                <a:solidFill>
                  <a:schemeClr val="dk2"/>
                </a:solidFill>
              </a:defRPr>
            </a:lvl7pPr>
            <a:lvl8pPr marL="3657600" lvl="7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○"/>
              <a:defRPr>
                <a:solidFill>
                  <a:schemeClr val="dk2"/>
                </a:solidFill>
              </a:defRPr>
            </a:lvl8pPr>
            <a:lvl9pPr marL="4114800" lvl="8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p:transition advClick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wards">
  <p:cSld name="SECTION_TITLE_AND_DESCRIPTION"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4" name="Google Shape;204;p50"/>
          <p:cNvCxnSpPr/>
          <p:nvPr/>
        </p:nvCxnSpPr>
        <p:spPr>
          <a:xfrm>
            <a:off x="-125" y="3027833"/>
            <a:ext cx="85863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05" name="Google Shape;205;p50"/>
          <p:cNvCxnSpPr/>
          <p:nvPr/>
        </p:nvCxnSpPr>
        <p:spPr>
          <a:xfrm>
            <a:off x="-125" y="4199400"/>
            <a:ext cx="85863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06" name="Google Shape;206;p50"/>
          <p:cNvCxnSpPr/>
          <p:nvPr/>
        </p:nvCxnSpPr>
        <p:spPr>
          <a:xfrm>
            <a:off x="-125" y="5374533"/>
            <a:ext cx="85863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07" name="Google Shape;207;p50"/>
          <p:cNvCxnSpPr/>
          <p:nvPr/>
        </p:nvCxnSpPr>
        <p:spPr>
          <a:xfrm>
            <a:off x="-125" y="6553200"/>
            <a:ext cx="85863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08" name="Google Shape;208;p50"/>
          <p:cNvSpPr txBox="1">
            <a:spLocks noGrp="1"/>
          </p:cNvSpPr>
          <p:nvPr>
            <p:ph type="title"/>
          </p:nvPr>
        </p:nvSpPr>
        <p:spPr>
          <a:xfrm>
            <a:off x="228600" y="293133"/>
            <a:ext cx="2048100" cy="39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cxnSp>
        <p:nvCxnSpPr>
          <p:cNvPr id="209" name="Google Shape;209;p50"/>
          <p:cNvCxnSpPr/>
          <p:nvPr/>
        </p:nvCxnSpPr>
        <p:spPr>
          <a:xfrm>
            <a:off x="8586257" y="1"/>
            <a:ext cx="0" cy="68589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10" name="Google Shape;210;p50"/>
          <p:cNvSpPr txBox="1">
            <a:spLocks noGrp="1"/>
          </p:cNvSpPr>
          <p:nvPr>
            <p:ph type="title" idx="2"/>
          </p:nvPr>
        </p:nvSpPr>
        <p:spPr>
          <a:xfrm rot="-5400000">
            <a:off x="8190400" y="684867"/>
            <a:ext cx="1360500" cy="5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Lexend Light"/>
              <a:buNone/>
              <a:defRPr sz="700">
                <a:solidFill>
                  <a:schemeClr val="accent2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211" name="Google Shape;211;p50"/>
          <p:cNvSpPr txBox="1">
            <a:spLocks noGrp="1"/>
          </p:cNvSpPr>
          <p:nvPr>
            <p:ph type="title" idx="3"/>
          </p:nvPr>
        </p:nvSpPr>
        <p:spPr>
          <a:xfrm rot="-5400000">
            <a:off x="6933100" y="3148700"/>
            <a:ext cx="3875100" cy="5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Merriweather Light"/>
              <a:buNone/>
              <a:defRPr sz="1500">
                <a:solidFill>
                  <a:schemeClr val="accen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212" name="Google Shape;212;p50"/>
          <p:cNvSpPr txBox="1">
            <a:spLocks noGrp="1"/>
          </p:cNvSpPr>
          <p:nvPr>
            <p:ph type="title" idx="4"/>
          </p:nvPr>
        </p:nvSpPr>
        <p:spPr>
          <a:xfrm>
            <a:off x="8583300" y="5772867"/>
            <a:ext cx="567600" cy="89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Lexend Light"/>
              <a:buNone/>
              <a:defRPr sz="700">
                <a:solidFill>
                  <a:schemeClr val="accent2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213" name="Google Shape;213;p50"/>
          <p:cNvSpPr txBox="1">
            <a:spLocks noGrp="1"/>
          </p:cNvSpPr>
          <p:nvPr>
            <p:ph type="title" idx="5"/>
          </p:nvPr>
        </p:nvSpPr>
        <p:spPr>
          <a:xfrm>
            <a:off x="1325925" y="1871600"/>
            <a:ext cx="4270200" cy="115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>
            <a:endParaRPr/>
          </a:p>
        </p:txBody>
      </p:sp>
      <p:sp>
        <p:nvSpPr>
          <p:cNvPr id="214" name="Google Shape;214;p50"/>
          <p:cNvSpPr txBox="1">
            <a:spLocks noGrp="1"/>
          </p:cNvSpPr>
          <p:nvPr>
            <p:ph type="title" idx="6"/>
          </p:nvPr>
        </p:nvSpPr>
        <p:spPr>
          <a:xfrm>
            <a:off x="1325875" y="3031367"/>
            <a:ext cx="4270200" cy="116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>
            <a:endParaRPr/>
          </a:p>
        </p:txBody>
      </p:sp>
      <p:sp>
        <p:nvSpPr>
          <p:cNvPr id="215" name="Google Shape;215;p50"/>
          <p:cNvSpPr txBox="1">
            <a:spLocks noGrp="1"/>
          </p:cNvSpPr>
          <p:nvPr>
            <p:ph type="title" idx="7"/>
          </p:nvPr>
        </p:nvSpPr>
        <p:spPr>
          <a:xfrm>
            <a:off x="1325875" y="4202967"/>
            <a:ext cx="4270200" cy="117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>
            <a:endParaRPr/>
          </a:p>
        </p:txBody>
      </p:sp>
      <p:sp>
        <p:nvSpPr>
          <p:cNvPr id="216" name="Google Shape;216;p50"/>
          <p:cNvSpPr txBox="1">
            <a:spLocks noGrp="1"/>
          </p:cNvSpPr>
          <p:nvPr>
            <p:ph type="title" idx="8"/>
          </p:nvPr>
        </p:nvSpPr>
        <p:spPr>
          <a:xfrm>
            <a:off x="1325875" y="5381733"/>
            <a:ext cx="4276800" cy="117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>
            <a:endParaRPr/>
          </a:p>
        </p:txBody>
      </p:sp>
      <p:sp>
        <p:nvSpPr>
          <p:cNvPr id="217" name="Google Shape;217;p50"/>
          <p:cNvSpPr txBox="1">
            <a:spLocks noGrp="1"/>
          </p:cNvSpPr>
          <p:nvPr>
            <p:ph type="subTitle" idx="1"/>
          </p:nvPr>
        </p:nvSpPr>
        <p:spPr>
          <a:xfrm>
            <a:off x="228600" y="1871600"/>
            <a:ext cx="937200" cy="115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endParaRPr/>
          </a:p>
        </p:txBody>
      </p:sp>
      <p:sp>
        <p:nvSpPr>
          <p:cNvPr id="218" name="Google Shape;218;p50"/>
          <p:cNvSpPr txBox="1">
            <a:spLocks noGrp="1"/>
          </p:cNvSpPr>
          <p:nvPr>
            <p:ph type="subTitle" idx="9"/>
          </p:nvPr>
        </p:nvSpPr>
        <p:spPr>
          <a:xfrm>
            <a:off x="228600" y="3031367"/>
            <a:ext cx="937200" cy="116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endParaRPr/>
          </a:p>
        </p:txBody>
      </p:sp>
      <p:sp>
        <p:nvSpPr>
          <p:cNvPr id="219" name="Google Shape;219;p50"/>
          <p:cNvSpPr txBox="1">
            <a:spLocks noGrp="1"/>
          </p:cNvSpPr>
          <p:nvPr>
            <p:ph type="subTitle" idx="13"/>
          </p:nvPr>
        </p:nvSpPr>
        <p:spPr>
          <a:xfrm>
            <a:off x="231150" y="4202967"/>
            <a:ext cx="934800" cy="116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endParaRPr/>
          </a:p>
        </p:txBody>
      </p:sp>
      <p:sp>
        <p:nvSpPr>
          <p:cNvPr id="220" name="Google Shape;220;p50"/>
          <p:cNvSpPr txBox="1">
            <a:spLocks noGrp="1"/>
          </p:cNvSpPr>
          <p:nvPr>
            <p:ph type="subTitle" idx="14"/>
          </p:nvPr>
        </p:nvSpPr>
        <p:spPr>
          <a:xfrm>
            <a:off x="228600" y="5370967"/>
            <a:ext cx="937200" cy="116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endParaRPr/>
          </a:p>
        </p:txBody>
      </p:sp>
      <p:sp>
        <p:nvSpPr>
          <p:cNvPr id="221" name="Google Shape;221;p50"/>
          <p:cNvSpPr txBox="1">
            <a:spLocks noGrp="1"/>
          </p:cNvSpPr>
          <p:nvPr>
            <p:ph type="body" idx="15"/>
          </p:nvPr>
        </p:nvSpPr>
        <p:spPr>
          <a:xfrm>
            <a:off x="5760650" y="1871600"/>
            <a:ext cx="2829600" cy="11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●"/>
              <a:defRPr>
                <a:solidFill>
                  <a:schemeClr val="dk2"/>
                </a:solidFill>
              </a:defRPr>
            </a:lvl1pPr>
            <a:lvl2pPr marL="914400" lvl="1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○"/>
              <a:defRPr>
                <a:solidFill>
                  <a:schemeClr val="dk2"/>
                </a:solidFill>
              </a:defRPr>
            </a:lvl2pPr>
            <a:lvl3pPr marL="1371600" lvl="2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■"/>
              <a:defRPr>
                <a:solidFill>
                  <a:schemeClr val="dk2"/>
                </a:solidFill>
              </a:defRPr>
            </a:lvl3pPr>
            <a:lvl4pPr marL="1828800" lvl="3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●"/>
              <a:defRPr>
                <a:solidFill>
                  <a:schemeClr val="dk2"/>
                </a:solidFill>
              </a:defRPr>
            </a:lvl4pPr>
            <a:lvl5pPr marL="2286000" lvl="4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○"/>
              <a:defRPr>
                <a:solidFill>
                  <a:schemeClr val="dk2"/>
                </a:solidFill>
              </a:defRPr>
            </a:lvl5pPr>
            <a:lvl6pPr marL="2743200" lvl="5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■"/>
              <a:defRPr>
                <a:solidFill>
                  <a:schemeClr val="dk2"/>
                </a:solidFill>
              </a:defRPr>
            </a:lvl6pPr>
            <a:lvl7pPr marL="3200400" lvl="6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●"/>
              <a:defRPr>
                <a:solidFill>
                  <a:schemeClr val="dk2"/>
                </a:solidFill>
              </a:defRPr>
            </a:lvl7pPr>
            <a:lvl8pPr marL="3657600" lvl="7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○"/>
              <a:defRPr>
                <a:solidFill>
                  <a:schemeClr val="dk2"/>
                </a:solidFill>
              </a:defRPr>
            </a:lvl8pPr>
            <a:lvl9pPr marL="4114800" lvl="8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22" name="Google Shape;222;p50"/>
          <p:cNvSpPr txBox="1">
            <a:spLocks noGrp="1"/>
          </p:cNvSpPr>
          <p:nvPr>
            <p:ph type="body" idx="16"/>
          </p:nvPr>
        </p:nvSpPr>
        <p:spPr>
          <a:xfrm>
            <a:off x="5760650" y="3024200"/>
            <a:ext cx="2829600" cy="117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●"/>
              <a:defRPr>
                <a:solidFill>
                  <a:schemeClr val="dk2"/>
                </a:solidFill>
              </a:defRPr>
            </a:lvl1pPr>
            <a:lvl2pPr marL="914400" lvl="1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○"/>
              <a:defRPr>
                <a:solidFill>
                  <a:schemeClr val="dk2"/>
                </a:solidFill>
              </a:defRPr>
            </a:lvl2pPr>
            <a:lvl3pPr marL="1371600" lvl="2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■"/>
              <a:defRPr>
                <a:solidFill>
                  <a:schemeClr val="dk2"/>
                </a:solidFill>
              </a:defRPr>
            </a:lvl3pPr>
            <a:lvl4pPr marL="1828800" lvl="3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●"/>
              <a:defRPr>
                <a:solidFill>
                  <a:schemeClr val="dk2"/>
                </a:solidFill>
              </a:defRPr>
            </a:lvl4pPr>
            <a:lvl5pPr marL="2286000" lvl="4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○"/>
              <a:defRPr>
                <a:solidFill>
                  <a:schemeClr val="dk2"/>
                </a:solidFill>
              </a:defRPr>
            </a:lvl5pPr>
            <a:lvl6pPr marL="2743200" lvl="5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■"/>
              <a:defRPr>
                <a:solidFill>
                  <a:schemeClr val="dk2"/>
                </a:solidFill>
              </a:defRPr>
            </a:lvl6pPr>
            <a:lvl7pPr marL="3200400" lvl="6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●"/>
              <a:defRPr>
                <a:solidFill>
                  <a:schemeClr val="dk2"/>
                </a:solidFill>
              </a:defRPr>
            </a:lvl7pPr>
            <a:lvl8pPr marL="3657600" lvl="7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○"/>
              <a:defRPr>
                <a:solidFill>
                  <a:schemeClr val="dk2"/>
                </a:solidFill>
              </a:defRPr>
            </a:lvl8pPr>
            <a:lvl9pPr marL="4114800" lvl="8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23" name="Google Shape;223;p50"/>
          <p:cNvSpPr txBox="1">
            <a:spLocks noGrp="1"/>
          </p:cNvSpPr>
          <p:nvPr>
            <p:ph type="body" idx="17"/>
          </p:nvPr>
        </p:nvSpPr>
        <p:spPr>
          <a:xfrm>
            <a:off x="5760500" y="4202933"/>
            <a:ext cx="2829600" cy="117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●"/>
              <a:defRPr>
                <a:solidFill>
                  <a:schemeClr val="dk2"/>
                </a:solidFill>
              </a:defRPr>
            </a:lvl1pPr>
            <a:lvl2pPr marL="914400" lvl="1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○"/>
              <a:defRPr>
                <a:solidFill>
                  <a:schemeClr val="dk2"/>
                </a:solidFill>
              </a:defRPr>
            </a:lvl2pPr>
            <a:lvl3pPr marL="1371600" lvl="2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■"/>
              <a:defRPr>
                <a:solidFill>
                  <a:schemeClr val="dk2"/>
                </a:solidFill>
              </a:defRPr>
            </a:lvl3pPr>
            <a:lvl4pPr marL="1828800" lvl="3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●"/>
              <a:defRPr>
                <a:solidFill>
                  <a:schemeClr val="dk2"/>
                </a:solidFill>
              </a:defRPr>
            </a:lvl4pPr>
            <a:lvl5pPr marL="2286000" lvl="4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○"/>
              <a:defRPr>
                <a:solidFill>
                  <a:schemeClr val="dk2"/>
                </a:solidFill>
              </a:defRPr>
            </a:lvl5pPr>
            <a:lvl6pPr marL="2743200" lvl="5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■"/>
              <a:defRPr>
                <a:solidFill>
                  <a:schemeClr val="dk2"/>
                </a:solidFill>
              </a:defRPr>
            </a:lvl6pPr>
            <a:lvl7pPr marL="3200400" lvl="6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●"/>
              <a:defRPr>
                <a:solidFill>
                  <a:schemeClr val="dk2"/>
                </a:solidFill>
              </a:defRPr>
            </a:lvl7pPr>
            <a:lvl8pPr marL="3657600" lvl="7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○"/>
              <a:defRPr>
                <a:solidFill>
                  <a:schemeClr val="dk2"/>
                </a:solidFill>
              </a:defRPr>
            </a:lvl8pPr>
            <a:lvl9pPr marL="4114800" lvl="8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24" name="Google Shape;224;p50"/>
          <p:cNvSpPr txBox="1">
            <a:spLocks noGrp="1"/>
          </p:cNvSpPr>
          <p:nvPr>
            <p:ph type="body" idx="18"/>
          </p:nvPr>
        </p:nvSpPr>
        <p:spPr>
          <a:xfrm>
            <a:off x="5762750" y="5381650"/>
            <a:ext cx="2834100" cy="117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●"/>
              <a:defRPr>
                <a:solidFill>
                  <a:schemeClr val="dk2"/>
                </a:solidFill>
              </a:defRPr>
            </a:lvl1pPr>
            <a:lvl2pPr marL="914400" lvl="1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○"/>
              <a:defRPr>
                <a:solidFill>
                  <a:schemeClr val="dk2"/>
                </a:solidFill>
              </a:defRPr>
            </a:lvl2pPr>
            <a:lvl3pPr marL="1371600" lvl="2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■"/>
              <a:defRPr>
                <a:solidFill>
                  <a:schemeClr val="dk2"/>
                </a:solidFill>
              </a:defRPr>
            </a:lvl3pPr>
            <a:lvl4pPr marL="1828800" lvl="3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●"/>
              <a:defRPr>
                <a:solidFill>
                  <a:schemeClr val="dk2"/>
                </a:solidFill>
              </a:defRPr>
            </a:lvl4pPr>
            <a:lvl5pPr marL="2286000" lvl="4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○"/>
              <a:defRPr>
                <a:solidFill>
                  <a:schemeClr val="dk2"/>
                </a:solidFill>
              </a:defRPr>
            </a:lvl5pPr>
            <a:lvl6pPr marL="2743200" lvl="5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■"/>
              <a:defRPr>
                <a:solidFill>
                  <a:schemeClr val="dk2"/>
                </a:solidFill>
              </a:defRPr>
            </a:lvl6pPr>
            <a:lvl7pPr marL="3200400" lvl="6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●"/>
              <a:defRPr>
                <a:solidFill>
                  <a:schemeClr val="dk2"/>
                </a:solidFill>
              </a:defRPr>
            </a:lvl7pPr>
            <a:lvl8pPr marL="3657600" lvl="7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○"/>
              <a:defRPr>
                <a:solidFill>
                  <a:schemeClr val="dk2"/>
                </a:solidFill>
              </a:defRPr>
            </a:lvl8pPr>
            <a:lvl9pPr marL="4114800" lvl="8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p:transition advClick="0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 You">
  <p:cSld name="CAPTION_ONLY"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51"/>
          <p:cNvSpPr txBox="1">
            <a:spLocks noGrp="1"/>
          </p:cNvSpPr>
          <p:nvPr>
            <p:ph type="title"/>
          </p:nvPr>
        </p:nvSpPr>
        <p:spPr>
          <a:xfrm>
            <a:off x="-21000" y="-166933"/>
            <a:ext cx="9186000" cy="207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800"/>
              <a:buFont typeface="Merriweather Light"/>
              <a:buNone/>
              <a:defRPr sz="1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27" name="Google Shape;227;p51"/>
          <p:cNvSpPr txBox="1">
            <a:spLocks noGrp="1"/>
          </p:cNvSpPr>
          <p:nvPr>
            <p:ph type="title" idx="2"/>
          </p:nvPr>
        </p:nvSpPr>
        <p:spPr>
          <a:xfrm>
            <a:off x="4658875" y="5755233"/>
            <a:ext cx="4256400" cy="7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erriweather Light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erriweather Light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erriweather Light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erriweather Light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erriweather Light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erriweather Light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erriweather Light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erriweather Light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erriweather Light"/>
              <a:buNone/>
              <a:defRPr/>
            </a:lvl9pPr>
          </a:lstStyle>
          <a:p>
            <a:endParaRPr/>
          </a:p>
        </p:txBody>
      </p:sp>
      <p:sp>
        <p:nvSpPr>
          <p:cNvPr id="228" name="Google Shape;228;p51"/>
          <p:cNvSpPr txBox="1">
            <a:spLocks noGrp="1"/>
          </p:cNvSpPr>
          <p:nvPr>
            <p:ph type="body" idx="1"/>
          </p:nvPr>
        </p:nvSpPr>
        <p:spPr>
          <a:xfrm>
            <a:off x="228600" y="5572800"/>
            <a:ext cx="3150000" cy="98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457200" lvl="0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●"/>
              <a:defRPr>
                <a:solidFill>
                  <a:schemeClr val="dk2"/>
                </a:solidFill>
              </a:defRPr>
            </a:lvl1pPr>
          </a:lstStyle>
          <a:p>
            <a:endParaRPr/>
          </a:p>
        </p:txBody>
      </p:sp>
    </p:spTree>
  </p:cSld>
  <p:clrMapOvr>
    <a:masterClrMapping/>
  </p:clrMapOvr>
  <p:transition advClick="0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ull Image">
  <p:cSld name="BIG_NUMBER"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0" name="Google Shape;230;p52"/>
          <p:cNvCxnSpPr/>
          <p:nvPr/>
        </p:nvCxnSpPr>
        <p:spPr>
          <a:xfrm>
            <a:off x="8586257" y="1"/>
            <a:ext cx="0" cy="68589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31" name="Google Shape;231;p52"/>
          <p:cNvSpPr txBox="1">
            <a:spLocks noGrp="1"/>
          </p:cNvSpPr>
          <p:nvPr>
            <p:ph type="title"/>
          </p:nvPr>
        </p:nvSpPr>
        <p:spPr>
          <a:xfrm rot="-5400000">
            <a:off x="8190400" y="684867"/>
            <a:ext cx="1360500" cy="5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Lexend Light"/>
              <a:buNone/>
              <a:defRPr sz="700">
                <a:solidFill>
                  <a:schemeClr val="accent2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232" name="Google Shape;232;p52"/>
          <p:cNvSpPr txBox="1">
            <a:spLocks noGrp="1"/>
          </p:cNvSpPr>
          <p:nvPr>
            <p:ph type="title" idx="2"/>
          </p:nvPr>
        </p:nvSpPr>
        <p:spPr>
          <a:xfrm rot="-5400000">
            <a:off x="6933100" y="3148700"/>
            <a:ext cx="3875100" cy="5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Merriweather Light"/>
              <a:buNone/>
              <a:defRPr sz="1500">
                <a:solidFill>
                  <a:schemeClr val="accen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233" name="Google Shape;233;p52"/>
          <p:cNvSpPr txBox="1">
            <a:spLocks noGrp="1"/>
          </p:cNvSpPr>
          <p:nvPr>
            <p:ph type="title" idx="3"/>
          </p:nvPr>
        </p:nvSpPr>
        <p:spPr>
          <a:xfrm>
            <a:off x="8583300" y="5772867"/>
            <a:ext cx="567600" cy="89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Lexend Light"/>
              <a:buNone/>
              <a:defRPr sz="700">
                <a:solidFill>
                  <a:schemeClr val="accent2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234" name="Google Shape;234;p52"/>
          <p:cNvSpPr>
            <a:spLocks noGrp="1"/>
          </p:cNvSpPr>
          <p:nvPr>
            <p:ph type="pic" idx="4"/>
          </p:nvPr>
        </p:nvSpPr>
        <p:spPr>
          <a:xfrm>
            <a:off x="0" y="0"/>
            <a:ext cx="8582100" cy="68580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transition advClick="0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2">
  <p:cSld name="CUSTOM_8"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6" name="Google Shape;236;p53"/>
          <p:cNvCxnSpPr/>
          <p:nvPr/>
        </p:nvCxnSpPr>
        <p:spPr>
          <a:xfrm>
            <a:off x="8586257" y="1"/>
            <a:ext cx="0" cy="68589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37" name="Google Shape;237;p53"/>
          <p:cNvSpPr txBox="1">
            <a:spLocks noGrp="1"/>
          </p:cNvSpPr>
          <p:nvPr>
            <p:ph type="title"/>
          </p:nvPr>
        </p:nvSpPr>
        <p:spPr>
          <a:xfrm rot="-5400000">
            <a:off x="8190400" y="684867"/>
            <a:ext cx="1360500" cy="5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Lexend Light"/>
              <a:buNone/>
              <a:defRPr sz="700">
                <a:solidFill>
                  <a:schemeClr val="accent2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238" name="Google Shape;238;p53"/>
          <p:cNvSpPr txBox="1">
            <a:spLocks noGrp="1"/>
          </p:cNvSpPr>
          <p:nvPr>
            <p:ph type="title" idx="2"/>
          </p:nvPr>
        </p:nvSpPr>
        <p:spPr>
          <a:xfrm rot="-5400000">
            <a:off x="6933100" y="3148700"/>
            <a:ext cx="3875100" cy="5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Merriweather Light"/>
              <a:buNone/>
              <a:defRPr sz="1500">
                <a:solidFill>
                  <a:schemeClr val="accen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239" name="Google Shape;239;p53"/>
          <p:cNvSpPr txBox="1">
            <a:spLocks noGrp="1"/>
          </p:cNvSpPr>
          <p:nvPr>
            <p:ph type="title" idx="3"/>
          </p:nvPr>
        </p:nvSpPr>
        <p:spPr>
          <a:xfrm>
            <a:off x="8583300" y="5772867"/>
            <a:ext cx="567600" cy="89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Lexend Light"/>
              <a:buNone/>
              <a:defRPr sz="700">
                <a:solidFill>
                  <a:schemeClr val="accent2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240" name="Google Shape;240;p53"/>
          <p:cNvSpPr>
            <a:spLocks noGrp="1"/>
          </p:cNvSpPr>
          <p:nvPr>
            <p:ph type="pic" idx="4"/>
          </p:nvPr>
        </p:nvSpPr>
        <p:spPr>
          <a:xfrm>
            <a:off x="0" y="0"/>
            <a:ext cx="8582100" cy="5366700"/>
          </a:xfrm>
          <a:prstGeom prst="rect">
            <a:avLst/>
          </a:prstGeom>
          <a:noFill/>
          <a:ln>
            <a:noFill/>
          </a:ln>
        </p:spPr>
      </p:sp>
      <p:sp>
        <p:nvSpPr>
          <p:cNvPr id="241" name="Google Shape;241;p53"/>
          <p:cNvSpPr txBox="1">
            <a:spLocks noGrp="1"/>
          </p:cNvSpPr>
          <p:nvPr>
            <p:ph type="title" idx="5"/>
          </p:nvPr>
        </p:nvSpPr>
        <p:spPr>
          <a:xfrm>
            <a:off x="228600" y="5366800"/>
            <a:ext cx="4265700" cy="149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Merriweather Light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42" name="Google Shape;242;p53"/>
          <p:cNvSpPr txBox="1">
            <a:spLocks noGrp="1"/>
          </p:cNvSpPr>
          <p:nvPr>
            <p:ph type="body" idx="1"/>
          </p:nvPr>
        </p:nvSpPr>
        <p:spPr>
          <a:xfrm>
            <a:off x="4658875" y="5366800"/>
            <a:ext cx="3319200" cy="149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●"/>
              <a:defRPr>
                <a:solidFill>
                  <a:schemeClr val="dk2"/>
                </a:solidFill>
              </a:defRPr>
            </a:lvl1pPr>
            <a:lvl2pPr marL="914400" lvl="1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○"/>
              <a:defRPr>
                <a:solidFill>
                  <a:schemeClr val="dk2"/>
                </a:solidFill>
              </a:defRPr>
            </a:lvl2pPr>
            <a:lvl3pPr marL="1371600" lvl="2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■"/>
              <a:defRPr>
                <a:solidFill>
                  <a:schemeClr val="dk2"/>
                </a:solidFill>
              </a:defRPr>
            </a:lvl3pPr>
            <a:lvl4pPr marL="1828800" lvl="3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●"/>
              <a:defRPr>
                <a:solidFill>
                  <a:schemeClr val="dk2"/>
                </a:solidFill>
              </a:defRPr>
            </a:lvl4pPr>
            <a:lvl5pPr marL="2286000" lvl="4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○"/>
              <a:defRPr>
                <a:solidFill>
                  <a:schemeClr val="dk2"/>
                </a:solidFill>
              </a:defRPr>
            </a:lvl5pPr>
            <a:lvl6pPr marL="2743200" lvl="5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■"/>
              <a:defRPr>
                <a:solidFill>
                  <a:schemeClr val="dk2"/>
                </a:solidFill>
              </a:defRPr>
            </a:lvl6pPr>
            <a:lvl7pPr marL="3200400" lvl="6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●"/>
              <a:defRPr>
                <a:solidFill>
                  <a:schemeClr val="dk2"/>
                </a:solidFill>
              </a:defRPr>
            </a:lvl7pPr>
            <a:lvl8pPr marL="3657600" lvl="7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○"/>
              <a:defRPr>
                <a:solidFill>
                  <a:schemeClr val="dk2"/>
                </a:solidFill>
              </a:defRPr>
            </a:lvl8pPr>
            <a:lvl9pPr marL="4114800" lvl="8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p:transition advClick="0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bout">
  <p:cSld name="CUSTOM_2">
    <p:bg>
      <p:bgPr>
        <a:solidFill>
          <a:schemeClr val="lt1"/>
        </a:solidFill>
        <a:effectLst/>
      </p:bgPr>
    </p:bg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54"/>
          <p:cNvSpPr>
            <a:spLocks noGrp="1"/>
          </p:cNvSpPr>
          <p:nvPr>
            <p:ph type="pic" idx="2"/>
          </p:nvPr>
        </p:nvSpPr>
        <p:spPr>
          <a:xfrm>
            <a:off x="228600" y="2645667"/>
            <a:ext cx="4263900" cy="3395100"/>
          </a:xfrm>
          <a:prstGeom prst="rect">
            <a:avLst/>
          </a:prstGeom>
          <a:noFill/>
          <a:ln>
            <a:noFill/>
          </a:ln>
        </p:spPr>
      </p:sp>
      <p:sp>
        <p:nvSpPr>
          <p:cNvPr id="245" name="Google Shape;245;p54"/>
          <p:cNvSpPr txBox="1">
            <a:spLocks noGrp="1"/>
          </p:cNvSpPr>
          <p:nvPr>
            <p:ph type="title"/>
          </p:nvPr>
        </p:nvSpPr>
        <p:spPr>
          <a:xfrm>
            <a:off x="228600" y="293133"/>
            <a:ext cx="7740000" cy="7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erriweather Light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erriweather Light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erriweather Light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erriweather Light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erriweather Light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erriweather Light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erriweather Light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erriweather Light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erriweather Light"/>
              <a:buNone/>
              <a:defRPr/>
            </a:lvl9pPr>
          </a:lstStyle>
          <a:p>
            <a:endParaRPr/>
          </a:p>
        </p:txBody>
      </p:sp>
      <p:sp>
        <p:nvSpPr>
          <p:cNvPr id="246" name="Google Shape;246;p54"/>
          <p:cNvSpPr txBox="1">
            <a:spLocks noGrp="1"/>
          </p:cNvSpPr>
          <p:nvPr>
            <p:ph type="body" idx="1"/>
          </p:nvPr>
        </p:nvSpPr>
        <p:spPr>
          <a:xfrm>
            <a:off x="4658875" y="2645667"/>
            <a:ext cx="3319200" cy="287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●"/>
              <a:defRPr>
                <a:solidFill>
                  <a:schemeClr val="dk2"/>
                </a:solidFill>
              </a:defRPr>
            </a:lvl1pPr>
            <a:lvl2pPr marL="914400" lvl="1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○"/>
              <a:defRPr>
                <a:solidFill>
                  <a:schemeClr val="dk2"/>
                </a:solidFill>
              </a:defRPr>
            </a:lvl2pPr>
            <a:lvl3pPr marL="1371600" lvl="2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■"/>
              <a:defRPr>
                <a:solidFill>
                  <a:schemeClr val="dk2"/>
                </a:solidFill>
              </a:defRPr>
            </a:lvl3pPr>
            <a:lvl4pPr marL="1828800" lvl="3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●"/>
              <a:defRPr>
                <a:solidFill>
                  <a:schemeClr val="dk2"/>
                </a:solidFill>
              </a:defRPr>
            </a:lvl4pPr>
            <a:lvl5pPr marL="2286000" lvl="4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○"/>
              <a:defRPr>
                <a:solidFill>
                  <a:schemeClr val="dk2"/>
                </a:solidFill>
              </a:defRPr>
            </a:lvl5pPr>
            <a:lvl6pPr marL="2743200" lvl="5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■"/>
              <a:defRPr>
                <a:solidFill>
                  <a:schemeClr val="dk2"/>
                </a:solidFill>
              </a:defRPr>
            </a:lvl6pPr>
            <a:lvl7pPr marL="3200400" lvl="6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●"/>
              <a:defRPr>
                <a:solidFill>
                  <a:schemeClr val="dk2"/>
                </a:solidFill>
              </a:defRPr>
            </a:lvl7pPr>
            <a:lvl8pPr marL="3657600" lvl="7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○"/>
              <a:defRPr>
                <a:solidFill>
                  <a:schemeClr val="dk2"/>
                </a:solidFill>
              </a:defRPr>
            </a:lvl8pPr>
            <a:lvl9pPr marL="4114800" lvl="8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47" name="Google Shape;247;p54"/>
          <p:cNvSpPr txBox="1">
            <a:spLocks noGrp="1"/>
          </p:cNvSpPr>
          <p:nvPr>
            <p:ph type="body" idx="3"/>
          </p:nvPr>
        </p:nvSpPr>
        <p:spPr>
          <a:xfrm>
            <a:off x="228600" y="5572800"/>
            <a:ext cx="3150000" cy="98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457200" lvl="0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●"/>
              <a:defRPr>
                <a:solidFill>
                  <a:schemeClr val="dk2"/>
                </a:solidFill>
              </a:defRPr>
            </a:lvl1pPr>
            <a:lvl2pPr marL="914400" lvl="1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○"/>
              <a:defRPr>
                <a:solidFill>
                  <a:schemeClr val="dk2"/>
                </a:solidFill>
              </a:defRPr>
            </a:lvl2pPr>
            <a:lvl3pPr marL="1371600" lvl="2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■"/>
              <a:defRPr>
                <a:solidFill>
                  <a:schemeClr val="dk2"/>
                </a:solidFill>
              </a:defRPr>
            </a:lvl3pPr>
            <a:lvl4pPr marL="1828800" lvl="3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●"/>
              <a:defRPr>
                <a:solidFill>
                  <a:schemeClr val="dk2"/>
                </a:solidFill>
              </a:defRPr>
            </a:lvl4pPr>
            <a:lvl5pPr marL="2286000" lvl="4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○"/>
              <a:defRPr>
                <a:solidFill>
                  <a:schemeClr val="dk2"/>
                </a:solidFill>
              </a:defRPr>
            </a:lvl5pPr>
            <a:lvl6pPr marL="2743200" lvl="5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■"/>
              <a:defRPr>
                <a:solidFill>
                  <a:schemeClr val="dk2"/>
                </a:solidFill>
              </a:defRPr>
            </a:lvl6pPr>
            <a:lvl7pPr marL="3200400" lvl="6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●"/>
              <a:defRPr>
                <a:solidFill>
                  <a:schemeClr val="dk2"/>
                </a:solidFill>
              </a:defRPr>
            </a:lvl7pPr>
            <a:lvl8pPr marL="3657600" lvl="7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○"/>
              <a:defRPr>
                <a:solidFill>
                  <a:schemeClr val="dk2"/>
                </a:solidFill>
              </a:defRPr>
            </a:lvl8pPr>
            <a:lvl9pPr marL="4114800" lvl="8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cxnSp>
        <p:nvCxnSpPr>
          <p:cNvPr id="248" name="Google Shape;248;p54"/>
          <p:cNvCxnSpPr/>
          <p:nvPr/>
        </p:nvCxnSpPr>
        <p:spPr>
          <a:xfrm>
            <a:off x="8586257" y="1"/>
            <a:ext cx="0" cy="68589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49" name="Google Shape;249;p54"/>
          <p:cNvSpPr txBox="1">
            <a:spLocks noGrp="1"/>
          </p:cNvSpPr>
          <p:nvPr>
            <p:ph type="title" idx="4"/>
          </p:nvPr>
        </p:nvSpPr>
        <p:spPr>
          <a:xfrm rot="-5400000">
            <a:off x="8190400" y="684867"/>
            <a:ext cx="1360500" cy="5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Lexend Light"/>
              <a:buNone/>
              <a:defRPr sz="700">
                <a:solidFill>
                  <a:schemeClr val="accent2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250" name="Google Shape;250;p54"/>
          <p:cNvSpPr txBox="1">
            <a:spLocks noGrp="1"/>
          </p:cNvSpPr>
          <p:nvPr>
            <p:ph type="title" idx="5"/>
          </p:nvPr>
        </p:nvSpPr>
        <p:spPr>
          <a:xfrm rot="-5400000">
            <a:off x="6933100" y="3148700"/>
            <a:ext cx="3875100" cy="5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Merriweather Light"/>
              <a:buNone/>
              <a:defRPr sz="1500">
                <a:solidFill>
                  <a:schemeClr val="accen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251" name="Google Shape;251;p54"/>
          <p:cNvSpPr txBox="1">
            <a:spLocks noGrp="1"/>
          </p:cNvSpPr>
          <p:nvPr>
            <p:ph type="title" idx="6"/>
          </p:nvPr>
        </p:nvSpPr>
        <p:spPr>
          <a:xfrm>
            <a:off x="8583300" y="5772867"/>
            <a:ext cx="567600" cy="89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Lexend Light"/>
              <a:buNone/>
              <a:defRPr sz="700">
                <a:solidFill>
                  <a:schemeClr val="accent2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p:transition advClick="0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agenda ">
  <p:cSld name="CUSTOM_2_1">
    <p:bg>
      <p:bgPr>
        <a:solidFill>
          <a:schemeClr val="lt1"/>
        </a:solidFill>
        <a:effectLst/>
      </p:bgPr>
    </p:bg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55"/>
          <p:cNvSpPr txBox="1">
            <a:spLocks noGrp="1"/>
          </p:cNvSpPr>
          <p:nvPr>
            <p:ph type="title"/>
          </p:nvPr>
        </p:nvSpPr>
        <p:spPr>
          <a:xfrm>
            <a:off x="228600" y="293133"/>
            <a:ext cx="2048100" cy="39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9pPr>
          </a:lstStyle>
          <a:p>
            <a:endParaRPr/>
          </a:p>
        </p:txBody>
      </p:sp>
      <p:cxnSp>
        <p:nvCxnSpPr>
          <p:cNvPr id="254" name="Google Shape;254;p55"/>
          <p:cNvCxnSpPr/>
          <p:nvPr/>
        </p:nvCxnSpPr>
        <p:spPr>
          <a:xfrm>
            <a:off x="-125" y="3027833"/>
            <a:ext cx="85863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55" name="Google Shape;255;p55"/>
          <p:cNvCxnSpPr/>
          <p:nvPr/>
        </p:nvCxnSpPr>
        <p:spPr>
          <a:xfrm>
            <a:off x="-125" y="4199400"/>
            <a:ext cx="85863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56" name="Google Shape;256;p55"/>
          <p:cNvCxnSpPr/>
          <p:nvPr/>
        </p:nvCxnSpPr>
        <p:spPr>
          <a:xfrm>
            <a:off x="-125" y="5374533"/>
            <a:ext cx="85863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57" name="Google Shape;257;p55"/>
          <p:cNvCxnSpPr/>
          <p:nvPr/>
        </p:nvCxnSpPr>
        <p:spPr>
          <a:xfrm>
            <a:off x="-125" y="6553200"/>
            <a:ext cx="85863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58" name="Google Shape;258;p55"/>
          <p:cNvSpPr txBox="1">
            <a:spLocks noGrp="1"/>
          </p:cNvSpPr>
          <p:nvPr>
            <p:ph type="title" idx="2"/>
          </p:nvPr>
        </p:nvSpPr>
        <p:spPr>
          <a:xfrm>
            <a:off x="3535725" y="1871600"/>
            <a:ext cx="4270200" cy="115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>
            <a:endParaRPr/>
          </a:p>
        </p:txBody>
      </p:sp>
      <p:sp>
        <p:nvSpPr>
          <p:cNvPr id="259" name="Google Shape;259;p55"/>
          <p:cNvSpPr txBox="1">
            <a:spLocks noGrp="1"/>
          </p:cNvSpPr>
          <p:nvPr>
            <p:ph type="title" idx="3"/>
          </p:nvPr>
        </p:nvSpPr>
        <p:spPr>
          <a:xfrm>
            <a:off x="3535675" y="3031367"/>
            <a:ext cx="4270200" cy="116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>
            <a:endParaRPr/>
          </a:p>
        </p:txBody>
      </p:sp>
      <p:sp>
        <p:nvSpPr>
          <p:cNvPr id="260" name="Google Shape;260;p55"/>
          <p:cNvSpPr txBox="1">
            <a:spLocks noGrp="1"/>
          </p:cNvSpPr>
          <p:nvPr>
            <p:ph type="title" idx="4"/>
          </p:nvPr>
        </p:nvSpPr>
        <p:spPr>
          <a:xfrm>
            <a:off x="3535675" y="4202967"/>
            <a:ext cx="4270200" cy="117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>
            <a:endParaRPr/>
          </a:p>
        </p:txBody>
      </p:sp>
      <p:sp>
        <p:nvSpPr>
          <p:cNvPr id="261" name="Google Shape;261;p55"/>
          <p:cNvSpPr txBox="1">
            <a:spLocks noGrp="1"/>
          </p:cNvSpPr>
          <p:nvPr>
            <p:ph type="title" idx="5"/>
          </p:nvPr>
        </p:nvSpPr>
        <p:spPr>
          <a:xfrm>
            <a:off x="3535675" y="5381733"/>
            <a:ext cx="4276800" cy="117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>
            <a:endParaRPr/>
          </a:p>
        </p:txBody>
      </p:sp>
      <p:sp>
        <p:nvSpPr>
          <p:cNvPr id="262" name="Google Shape;262;p55"/>
          <p:cNvSpPr txBox="1">
            <a:spLocks noGrp="1"/>
          </p:cNvSpPr>
          <p:nvPr>
            <p:ph type="subTitle" idx="1"/>
          </p:nvPr>
        </p:nvSpPr>
        <p:spPr>
          <a:xfrm>
            <a:off x="2438400" y="1871600"/>
            <a:ext cx="937200" cy="115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endParaRPr/>
          </a:p>
        </p:txBody>
      </p:sp>
      <p:sp>
        <p:nvSpPr>
          <p:cNvPr id="263" name="Google Shape;263;p55"/>
          <p:cNvSpPr txBox="1">
            <a:spLocks noGrp="1"/>
          </p:cNvSpPr>
          <p:nvPr>
            <p:ph type="subTitle" idx="6"/>
          </p:nvPr>
        </p:nvSpPr>
        <p:spPr>
          <a:xfrm>
            <a:off x="2438400" y="3031367"/>
            <a:ext cx="937200" cy="116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endParaRPr/>
          </a:p>
        </p:txBody>
      </p:sp>
      <p:sp>
        <p:nvSpPr>
          <p:cNvPr id="264" name="Google Shape;264;p55"/>
          <p:cNvSpPr txBox="1">
            <a:spLocks noGrp="1"/>
          </p:cNvSpPr>
          <p:nvPr>
            <p:ph type="subTitle" idx="7"/>
          </p:nvPr>
        </p:nvSpPr>
        <p:spPr>
          <a:xfrm>
            <a:off x="2440950" y="4202967"/>
            <a:ext cx="934800" cy="116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endParaRPr/>
          </a:p>
        </p:txBody>
      </p:sp>
      <p:sp>
        <p:nvSpPr>
          <p:cNvPr id="265" name="Google Shape;265;p55"/>
          <p:cNvSpPr txBox="1">
            <a:spLocks noGrp="1"/>
          </p:cNvSpPr>
          <p:nvPr>
            <p:ph type="subTitle" idx="8"/>
          </p:nvPr>
        </p:nvSpPr>
        <p:spPr>
          <a:xfrm>
            <a:off x="2438400" y="5370967"/>
            <a:ext cx="937200" cy="116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endParaRPr/>
          </a:p>
        </p:txBody>
      </p:sp>
      <p:cxnSp>
        <p:nvCxnSpPr>
          <p:cNvPr id="266" name="Google Shape;266;p55"/>
          <p:cNvCxnSpPr/>
          <p:nvPr/>
        </p:nvCxnSpPr>
        <p:spPr>
          <a:xfrm>
            <a:off x="8586257" y="1"/>
            <a:ext cx="0" cy="68589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67" name="Google Shape;267;p55"/>
          <p:cNvSpPr txBox="1">
            <a:spLocks noGrp="1"/>
          </p:cNvSpPr>
          <p:nvPr>
            <p:ph type="title" idx="9"/>
          </p:nvPr>
        </p:nvSpPr>
        <p:spPr>
          <a:xfrm rot="-5400000">
            <a:off x="8190400" y="684867"/>
            <a:ext cx="1360500" cy="5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Lexend Light"/>
              <a:buNone/>
              <a:defRPr sz="700">
                <a:solidFill>
                  <a:schemeClr val="accent2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268" name="Google Shape;268;p55"/>
          <p:cNvSpPr txBox="1">
            <a:spLocks noGrp="1"/>
          </p:cNvSpPr>
          <p:nvPr>
            <p:ph type="title" idx="13"/>
          </p:nvPr>
        </p:nvSpPr>
        <p:spPr>
          <a:xfrm rot="-5400000">
            <a:off x="6933100" y="3148700"/>
            <a:ext cx="3875100" cy="5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Merriweather Light"/>
              <a:buNone/>
              <a:defRPr sz="1500">
                <a:solidFill>
                  <a:schemeClr val="accen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269" name="Google Shape;269;p55"/>
          <p:cNvSpPr txBox="1">
            <a:spLocks noGrp="1"/>
          </p:cNvSpPr>
          <p:nvPr>
            <p:ph type="title" idx="14"/>
          </p:nvPr>
        </p:nvSpPr>
        <p:spPr>
          <a:xfrm>
            <a:off x="8583300" y="5772867"/>
            <a:ext cx="567600" cy="89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Lexend Light"/>
              <a:buNone/>
              <a:defRPr sz="700">
                <a:solidFill>
                  <a:schemeClr val="accent2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p:transition advClick="0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am">
  <p:cSld name="TITLE_3">
    <p:bg>
      <p:bgPr>
        <a:solidFill>
          <a:schemeClr val="lt1"/>
        </a:solidFill>
        <a:effectLst/>
      </p:bgPr>
    </p:bg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56"/>
          <p:cNvSpPr>
            <a:spLocks noGrp="1"/>
          </p:cNvSpPr>
          <p:nvPr>
            <p:ph type="pic" idx="2"/>
          </p:nvPr>
        </p:nvSpPr>
        <p:spPr>
          <a:xfrm>
            <a:off x="6876275" y="2645677"/>
            <a:ext cx="1707000" cy="3127200"/>
          </a:xfrm>
          <a:prstGeom prst="rect">
            <a:avLst/>
          </a:prstGeom>
          <a:noFill/>
          <a:ln>
            <a:noFill/>
          </a:ln>
        </p:spPr>
      </p:sp>
      <p:sp>
        <p:nvSpPr>
          <p:cNvPr id="272" name="Google Shape;272;p56"/>
          <p:cNvSpPr txBox="1">
            <a:spLocks noGrp="1"/>
          </p:cNvSpPr>
          <p:nvPr>
            <p:ph type="title"/>
          </p:nvPr>
        </p:nvSpPr>
        <p:spPr>
          <a:xfrm>
            <a:off x="228600" y="293133"/>
            <a:ext cx="2048100" cy="39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73" name="Google Shape;273;p56"/>
          <p:cNvSpPr txBox="1">
            <a:spLocks noGrp="1"/>
          </p:cNvSpPr>
          <p:nvPr>
            <p:ph type="title" idx="3"/>
          </p:nvPr>
        </p:nvSpPr>
        <p:spPr>
          <a:xfrm>
            <a:off x="228600" y="689133"/>
            <a:ext cx="7619700" cy="67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erriweather"/>
              <a:buNone/>
              <a:defRPr>
                <a:latin typeface="Merriweather"/>
                <a:ea typeface="Merriweather"/>
                <a:cs typeface="Merriweather"/>
                <a:sym typeface="Merriweather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9pPr>
          </a:lstStyle>
          <a:p>
            <a:endParaRPr/>
          </a:p>
        </p:txBody>
      </p:sp>
      <p:cxnSp>
        <p:nvCxnSpPr>
          <p:cNvPr id="274" name="Google Shape;274;p56"/>
          <p:cNvCxnSpPr/>
          <p:nvPr/>
        </p:nvCxnSpPr>
        <p:spPr>
          <a:xfrm>
            <a:off x="8586257" y="1"/>
            <a:ext cx="0" cy="68589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75" name="Google Shape;275;p56"/>
          <p:cNvSpPr txBox="1">
            <a:spLocks noGrp="1"/>
          </p:cNvSpPr>
          <p:nvPr>
            <p:ph type="title" idx="4"/>
          </p:nvPr>
        </p:nvSpPr>
        <p:spPr>
          <a:xfrm rot="-5400000">
            <a:off x="8190400" y="684867"/>
            <a:ext cx="1360500" cy="5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Lexend Light"/>
              <a:buNone/>
              <a:defRPr sz="700">
                <a:solidFill>
                  <a:schemeClr val="accent2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276" name="Google Shape;276;p56"/>
          <p:cNvSpPr txBox="1">
            <a:spLocks noGrp="1"/>
          </p:cNvSpPr>
          <p:nvPr>
            <p:ph type="title" idx="5"/>
          </p:nvPr>
        </p:nvSpPr>
        <p:spPr>
          <a:xfrm rot="-5400000">
            <a:off x="6933100" y="3148700"/>
            <a:ext cx="3875100" cy="5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Merriweather Light"/>
              <a:buNone/>
              <a:defRPr sz="1500">
                <a:solidFill>
                  <a:schemeClr val="accen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277" name="Google Shape;277;p56"/>
          <p:cNvSpPr txBox="1">
            <a:spLocks noGrp="1"/>
          </p:cNvSpPr>
          <p:nvPr>
            <p:ph type="title" idx="6"/>
          </p:nvPr>
        </p:nvSpPr>
        <p:spPr>
          <a:xfrm>
            <a:off x="8583300" y="5772867"/>
            <a:ext cx="567600" cy="89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Lexend Light"/>
              <a:buNone/>
              <a:defRPr sz="700">
                <a:solidFill>
                  <a:schemeClr val="accent2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278" name="Google Shape;278;p56"/>
          <p:cNvSpPr>
            <a:spLocks noGrp="1"/>
          </p:cNvSpPr>
          <p:nvPr>
            <p:ph type="pic" idx="7"/>
          </p:nvPr>
        </p:nvSpPr>
        <p:spPr>
          <a:xfrm>
            <a:off x="228500" y="2645775"/>
            <a:ext cx="2048100" cy="3110700"/>
          </a:xfrm>
          <a:prstGeom prst="rect">
            <a:avLst/>
          </a:prstGeom>
          <a:noFill/>
          <a:ln>
            <a:noFill/>
          </a:ln>
        </p:spPr>
      </p:sp>
      <p:sp>
        <p:nvSpPr>
          <p:cNvPr id="279" name="Google Shape;279;p56"/>
          <p:cNvSpPr>
            <a:spLocks noGrp="1"/>
          </p:cNvSpPr>
          <p:nvPr>
            <p:ph type="pic" idx="8"/>
          </p:nvPr>
        </p:nvSpPr>
        <p:spPr>
          <a:xfrm>
            <a:off x="2441450" y="2645775"/>
            <a:ext cx="2052900" cy="3110700"/>
          </a:xfrm>
          <a:prstGeom prst="rect">
            <a:avLst/>
          </a:prstGeom>
          <a:noFill/>
          <a:ln>
            <a:noFill/>
          </a:ln>
        </p:spPr>
      </p:sp>
      <p:sp>
        <p:nvSpPr>
          <p:cNvPr id="280" name="Google Shape;280;p56"/>
          <p:cNvSpPr>
            <a:spLocks noGrp="1"/>
          </p:cNvSpPr>
          <p:nvPr>
            <p:ph type="pic" idx="9"/>
          </p:nvPr>
        </p:nvSpPr>
        <p:spPr>
          <a:xfrm>
            <a:off x="4658875" y="2645433"/>
            <a:ext cx="2039100" cy="3127200"/>
          </a:xfrm>
          <a:prstGeom prst="rect">
            <a:avLst/>
          </a:prstGeom>
          <a:noFill/>
          <a:ln>
            <a:noFill/>
          </a:ln>
        </p:spPr>
      </p:sp>
      <p:sp>
        <p:nvSpPr>
          <p:cNvPr id="281" name="Google Shape;281;p56"/>
          <p:cNvSpPr txBox="1">
            <a:spLocks noGrp="1"/>
          </p:cNvSpPr>
          <p:nvPr>
            <p:ph type="subTitle" idx="1"/>
          </p:nvPr>
        </p:nvSpPr>
        <p:spPr>
          <a:xfrm>
            <a:off x="228600" y="6093300"/>
            <a:ext cx="2048100" cy="4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endParaRPr/>
          </a:p>
        </p:txBody>
      </p:sp>
      <p:sp>
        <p:nvSpPr>
          <p:cNvPr id="282" name="Google Shape;282;p56"/>
          <p:cNvSpPr txBox="1">
            <a:spLocks noGrp="1"/>
          </p:cNvSpPr>
          <p:nvPr>
            <p:ph type="subTitle" idx="13"/>
          </p:nvPr>
        </p:nvSpPr>
        <p:spPr>
          <a:xfrm>
            <a:off x="2434475" y="6093300"/>
            <a:ext cx="2048100" cy="4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endParaRPr/>
          </a:p>
        </p:txBody>
      </p:sp>
      <p:sp>
        <p:nvSpPr>
          <p:cNvPr id="283" name="Google Shape;283;p56"/>
          <p:cNvSpPr txBox="1">
            <a:spLocks noGrp="1"/>
          </p:cNvSpPr>
          <p:nvPr>
            <p:ph type="subTitle" idx="14"/>
          </p:nvPr>
        </p:nvSpPr>
        <p:spPr>
          <a:xfrm>
            <a:off x="4658875" y="6093300"/>
            <a:ext cx="2048100" cy="4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endParaRPr/>
          </a:p>
        </p:txBody>
      </p:sp>
      <p:sp>
        <p:nvSpPr>
          <p:cNvPr id="284" name="Google Shape;284;p56"/>
          <p:cNvSpPr txBox="1">
            <a:spLocks noGrp="1"/>
          </p:cNvSpPr>
          <p:nvPr>
            <p:ph type="subTitle" idx="15"/>
          </p:nvPr>
        </p:nvSpPr>
        <p:spPr>
          <a:xfrm>
            <a:off x="6864750" y="6093300"/>
            <a:ext cx="1725600" cy="4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endParaRPr/>
          </a:p>
        </p:txBody>
      </p:sp>
      <p:sp>
        <p:nvSpPr>
          <p:cNvPr id="285" name="Google Shape;285;p56"/>
          <p:cNvSpPr txBox="1">
            <a:spLocks noGrp="1"/>
          </p:cNvSpPr>
          <p:nvPr>
            <p:ph type="subTitle" idx="16"/>
          </p:nvPr>
        </p:nvSpPr>
        <p:spPr>
          <a:xfrm>
            <a:off x="224125" y="5756567"/>
            <a:ext cx="2048100" cy="40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erriweather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erriweather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erriweather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erriweather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erriweather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erriweather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erriweather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erriweather"/>
              <a:buNone/>
              <a:defRPr/>
            </a:lvl9pPr>
          </a:lstStyle>
          <a:p>
            <a:endParaRPr/>
          </a:p>
        </p:txBody>
      </p:sp>
      <p:sp>
        <p:nvSpPr>
          <p:cNvPr id="286" name="Google Shape;286;p56"/>
          <p:cNvSpPr txBox="1">
            <a:spLocks noGrp="1"/>
          </p:cNvSpPr>
          <p:nvPr>
            <p:ph type="subTitle" idx="17"/>
          </p:nvPr>
        </p:nvSpPr>
        <p:spPr>
          <a:xfrm>
            <a:off x="2441475" y="5756567"/>
            <a:ext cx="2052900" cy="40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erriweather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erriweather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erriweather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erriweather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erriweather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erriweather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erriweather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erriweather"/>
              <a:buNone/>
              <a:defRPr/>
            </a:lvl9pPr>
          </a:lstStyle>
          <a:p>
            <a:endParaRPr/>
          </a:p>
        </p:txBody>
      </p:sp>
      <p:sp>
        <p:nvSpPr>
          <p:cNvPr id="287" name="Google Shape;287;p56"/>
          <p:cNvSpPr txBox="1">
            <a:spLocks noGrp="1"/>
          </p:cNvSpPr>
          <p:nvPr>
            <p:ph type="subTitle" idx="18"/>
          </p:nvPr>
        </p:nvSpPr>
        <p:spPr>
          <a:xfrm>
            <a:off x="4653113" y="5756567"/>
            <a:ext cx="2052900" cy="40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erriweather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erriweather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erriweather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erriweather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erriweather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erriweather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erriweather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erriweather"/>
              <a:buNone/>
              <a:defRPr/>
            </a:lvl9pPr>
          </a:lstStyle>
          <a:p>
            <a:endParaRPr/>
          </a:p>
        </p:txBody>
      </p:sp>
      <p:sp>
        <p:nvSpPr>
          <p:cNvPr id="288" name="Google Shape;288;p56"/>
          <p:cNvSpPr txBox="1">
            <a:spLocks noGrp="1"/>
          </p:cNvSpPr>
          <p:nvPr>
            <p:ph type="subTitle" idx="19"/>
          </p:nvPr>
        </p:nvSpPr>
        <p:spPr>
          <a:xfrm>
            <a:off x="6876275" y="5772867"/>
            <a:ext cx="1707000" cy="40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erriweather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erriweather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erriweather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erriweather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erriweather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erriweather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erriweather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erriweather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transition advClick="0"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usiness Data">
  <p:cSld name="CUSTOM_4"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0" name="Google Shape;290;p57"/>
          <p:cNvCxnSpPr/>
          <p:nvPr/>
        </p:nvCxnSpPr>
        <p:spPr>
          <a:xfrm>
            <a:off x="-125" y="2645367"/>
            <a:ext cx="85863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91" name="Google Shape;291;p57"/>
          <p:cNvCxnSpPr/>
          <p:nvPr/>
        </p:nvCxnSpPr>
        <p:spPr>
          <a:xfrm>
            <a:off x="-125" y="3947978"/>
            <a:ext cx="85863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92" name="Google Shape;292;p57"/>
          <p:cNvCxnSpPr/>
          <p:nvPr/>
        </p:nvCxnSpPr>
        <p:spPr>
          <a:xfrm>
            <a:off x="-125" y="5250589"/>
            <a:ext cx="85863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93" name="Google Shape;293;p57"/>
          <p:cNvCxnSpPr/>
          <p:nvPr/>
        </p:nvCxnSpPr>
        <p:spPr>
          <a:xfrm>
            <a:off x="-125" y="6553200"/>
            <a:ext cx="85863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94" name="Google Shape;294;p57"/>
          <p:cNvSpPr txBox="1">
            <a:spLocks noGrp="1"/>
          </p:cNvSpPr>
          <p:nvPr>
            <p:ph type="title"/>
          </p:nvPr>
        </p:nvSpPr>
        <p:spPr>
          <a:xfrm>
            <a:off x="228600" y="293133"/>
            <a:ext cx="2048100" cy="39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9pPr>
          </a:lstStyle>
          <a:p>
            <a:endParaRPr/>
          </a:p>
        </p:txBody>
      </p:sp>
      <p:cxnSp>
        <p:nvCxnSpPr>
          <p:cNvPr id="295" name="Google Shape;295;p57"/>
          <p:cNvCxnSpPr/>
          <p:nvPr/>
        </p:nvCxnSpPr>
        <p:spPr>
          <a:xfrm>
            <a:off x="8586257" y="1"/>
            <a:ext cx="0" cy="68589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96" name="Google Shape;296;p57"/>
          <p:cNvSpPr txBox="1">
            <a:spLocks noGrp="1"/>
          </p:cNvSpPr>
          <p:nvPr>
            <p:ph type="title" idx="2"/>
          </p:nvPr>
        </p:nvSpPr>
        <p:spPr>
          <a:xfrm rot="-5400000">
            <a:off x="8190400" y="684867"/>
            <a:ext cx="1360500" cy="5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Lexend Light"/>
              <a:buNone/>
              <a:defRPr sz="700">
                <a:solidFill>
                  <a:schemeClr val="accent2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297" name="Google Shape;297;p57"/>
          <p:cNvSpPr txBox="1">
            <a:spLocks noGrp="1"/>
          </p:cNvSpPr>
          <p:nvPr>
            <p:ph type="title" idx="3"/>
          </p:nvPr>
        </p:nvSpPr>
        <p:spPr>
          <a:xfrm rot="-5400000">
            <a:off x="6933100" y="3148700"/>
            <a:ext cx="3875100" cy="5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Merriweather Light"/>
              <a:buNone/>
              <a:defRPr sz="1500">
                <a:solidFill>
                  <a:schemeClr val="accen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298" name="Google Shape;298;p57"/>
          <p:cNvSpPr txBox="1">
            <a:spLocks noGrp="1"/>
          </p:cNvSpPr>
          <p:nvPr>
            <p:ph type="title" idx="4"/>
          </p:nvPr>
        </p:nvSpPr>
        <p:spPr>
          <a:xfrm>
            <a:off x="8583300" y="5772867"/>
            <a:ext cx="567600" cy="89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Lexend Light"/>
              <a:buNone/>
              <a:defRPr sz="700">
                <a:solidFill>
                  <a:schemeClr val="accent2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299" name="Google Shape;299;p57"/>
          <p:cNvSpPr txBox="1">
            <a:spLocks noGrp="1"/>
          </p:cNvSpPr>
          <p:nvPr>
            <p:ph type="title" idx="5"/>
          </p:nvPr>
        </p:nvSpPr>
        <p:spPr>
          <a:xfrm>
            <a:off x="2276875" y="1357533"/>
            <a:ext cx="4233600" cy="13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>
            <a:endParaRPr/>
          </a:p>
        </p:txBody>
      </p:sp>
      <p:sp>
        <p:nvSpPr>
          <p:cNvPr id="300" name="Google Shape;300;p57"/>
          <p:cNvSpPr txBox="1">
            <a:spLocks noGrp="1"/>
          </p:cNvSpPr>
          <p:nvPr>
            <p:ph type="title" idx="6"/>
          </p:nvPr>
        </p:nvSpPr>
        <p:spPr>
          <a:xfrm>
            <a:off x="2276875" y="3948000"/>
            <a:ext cx="4233600" cy="13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>
            <a:endParaRPr/>
          </a:p>
        </p:txBody>
      </p:sp>
      <p:sp>
        <p:nvSpPr>
          <p:cNvPr id="301" name="Google Shape;301;p57"/>
          <p:cNvSpPr txBox="1">
            <a:spLocks noGrp="1"/>
          </p:cNvSpPr>
          <p:nvPr>
            <p:ph type="title" idx="7"/>
          </p:nvPr>
        </p:nvSpPr>
        <p:spPr>
          <a:xfrm>
            <a:off x="2283475" y="5258467"/>
            <a:ext cx="4233600" cy="12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>
            <a:endParaRPr/>
          </a:p>
        </p:txBody>
      </p:sp>
      <p:sp>
        <p:nvSpPr>
          <p:cNvPr id="302" name="Google Shape;302;p57"/>
          <p:cNvSpPr txBox="1">
            <a:spLocks noGrp="1"/>
          </p:cNvSpPr>
          <p:nvPr>
            <p:ph type="title" idx="8"/>
          </p:nvPr>
        </p:nvSpPr>
        <p:spPr>
          <a:xfrm>
            <a:off x="2276875" y="2645367"/>
            <a:ext cx="4233600" cy="13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>
            <a:endParaRPr/>
          </a:p>
        </p:txBody>
      </p:sp>
      <p:sp>
        <p:nvSpPr>
          <p:cNvPr id="303" name="Google Shape;303;p57"/>
          <p:cNvSpPr txBox="1">
            <a:spLocks noGrp="1"/>
          </p:cNvSpPr>
          <p:nvPr>
            <p:ph type="title" idx="9"/>
          </p:nvPr>
        </p:nvSpPr>
        <p:spPr>
          <a:xfrm>
            <a:off x="228600" y="1342967"/>
            <a:ext cx="2048100" cy="13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>
            <a:endParaRPr/>
          </a:p>
        </p:txBody>
      </p:sp>
      <p:sp>
        <p:nvSpPr>
          <p:cNvPr id="304" name="Google Shape;304;p57"/>
          <p:cNvSpPr txBox="1">
            <a:spLocks noGrp="1"/>
          </p:cNvSpPr>
          <p:nvPr>
            <p:ph type="title" idx="13"/>
          </p:nvPr>
        </p:nvSpPr>
        <p:spPr>
          <a:xfrm>
            <a:off x="228600" y="2645367"/>
            <a:ext cx="2048100" cy="13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>
            <a:endParaRPr/>
          </a:p>
        </p:txBody>
      </p:sp>
      <p:sp>
        <p:nvSpPr>
          <p:cNvPr id="305" name="Google Shape;305;p57"/>
          <p:cNvSpPr txBox="1">
            <a:spLocks noGrp="1"/>
          </p:cNvSpPr>
          <p:nvPr>
            <p:ph type="title" idx="14"/>
          </p:nvPr>
        </p:nvSpPr>
        <p:spPr>
          <a:xfrm>
            <a:off x="228600" y="3955367"/>
            <a:ext cx="2048100" cy="13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>
            <a:endParaRPr/>
          </a:p>
        </p:txBody>
      </p:sp>
      <p:sp>
        <p:nvSpPr>
          <p:cNvPr id="306" name="Google Shape;306;p57"/>
          <p:cNvSpPr txBox="1">
            <a:spLocks noGrp="1"/>
          </p:cNvSpPr>
          <p:nvPr>
            <p:ph type="title" idx="15"/>
          </p:nvPr>
        </p:nvSpPr>
        <p:spPr>
          <a:xfrm>
            <a:off x="228600" y="5250800"/>
            <a:ext cx="2048100" cy="12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>
            <a:endParaRPr/>
          </a:p>
        </p:txBody>
      </p:sp>
    </p:spTree>
  </p:cSld>
  <p:clrMapOvr>
    <a:masterClrMapping/>
  </p:clrMapOvr>
  <p:transition advClick="0"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allery 2">
  <p:cSld name="CUSTOM_5"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58"/>
          <p:cNvSpPr>
            <a:spLocks noGrp="1"/>
          </p:cNvSpPr>
          <p:nvPr>
            <p:ph type="pic" idx="2"/>
          </p:nvPr>
        </p:nvSpPr>
        <p:spPr>
          <a:xfrm>
            <a:off x="6875200" y="3429011"/>
            <a:ext cx="1707000" cy="3127200"/>
          </a:xfrm>
          <a:prstGeom prst="rect">
            <a:avLst/>
          </a:prstGeom>
          <a:noFill/>
          <a:ln>
            <a:noFill/>
          </a:ln>
        </p:spPr>
      </p:sp>
      <p:sp>
        <p:nvSpPr>
          <p:cNvPr id="309" name="Google Shape;309;p58"/>
          <p:cNvSpPr>
            <a:spLocks noGrp="1"/>
          </p:cNvSpPr>
          <p:nvPr>
            <p:ph type="pic" idx="3"/>
          </p:nvPr>
        </p:nvSpPr>
        <p:spPr>
          <a:xfrm>
            <a:off x="4486003" y="1091201"/>
            <a:ext cx="4096200" cy="2118000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310" name="Google Shape;310;p58"/>
          <p:cNvCxnSpPr/>
          <p:nvPr/>
        </p:nvCxnSpPr>
        <p:spPr>
          <a:xfrm>
            <a:off x="8586257" y="1"/>
            <a:ext cx="0" cy="68589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11" name="Google Shape;311;p58"/>
          <p:cNvSpPr txBox="1">
            <a:spLocks noGrp="1"/>
          </p:cNvSpPr>
          <p:nvPr>
            <p:ph type="title"/>
          </p:nvPr>
        </p:nvSpPr>
        <p:spPr>
          <a:xfrm rot="-5400000">
            <a:off x="8190400" y="684867"/>
            <a:ext cx="1360500" cy="5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Lexend Light"/>
              <a:buNone/>
              <a:defRPr sz="700">
                <a:solidFill>
                  <a:schemeClr val="accent2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312" name="Google Shape;312;p58"/>
          <p:cNvSpPr txBox="1">
            <a:spLocks noGrp="1"/>
          </p:cNvSpPr>
          <p:nvPr>
            <p:ph type="title" idx="4"/>
          </p:nvPr>
        </p:nvSpPr>
        <p:spPr>
          <a:xfrm rot="-5400000">
            <a:off x="6933100" y="3148700"/>
            <a:ext cx="3875100" cy="5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Merriweather Light"/>
              <a:buNone/>
              <a:defRPr sz="1500">
                <a:solidFill>
                  <a:schemeClr val="accen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313" name="Google Shape;313;p58"/>
          <p:cNvSpPr txBox="1">
            <a:spLocks noGrp="1"/>
          </p:cNvSpPr>
          <p:nvPr>
            <p:ph type="title" idx="5"/>
          </p:nvPr>
        </p:nvSpPr>
        <p:spPr>
          <a:xfrm>
            <a:off x="8583300" y="5772867"/>
            <a:ext cx="567600" cy="89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Lexend Light"/>
              <a:buNone/>
              <a:defRPr sz="700">
                <a:solidFill>
                  <a:schemeClr val="accent2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314" name="Google Shape;314;p58"/>
          <p:cNvSpPr>
            <a:spLocks noGrp="1"/>
          </p:cNvSpPr>
          <p:nvPr>
            <p:ph type="pic" idx="6"/>
          </p:nvPr>
        </p:nvSpPr>
        <p:spPr>
          <a:xfrm>
            <a:off x="228500" y="1091205"/>
            <a:ext cx="2048100" cy="2118000"/>
          </a:xfrm>
          <a:prstGeom prst="rect">
            <a:avLst/>
          </a:prstGeom>
          <a:noFill/>
          <a:ln>
            <a:noFill/>
          </a:ln>
        </p:spPr>
      </p:sp>
      <p:sp>
        <p:nvSpPr>
          <p:cNvPr id="315" name="Google Shape;315;p58"/>
          <p:cNvSpPr>
            <a:spLocks noGrp="1"/>
          </p:cNvSpPr>
          <p:nvPr>
            <p:ph type="pic" idx="7"/>
          </p:nvPr>
        </p:nvSpPr>
        <p:spPr>
          <a:xfrm>
            <a:off x="233000" y="3429000"/>
            <a:ext cx="2039100" cy="3127200"/>
          </a:xfrm>
          <a:prstGeom prst="rect">
            <a:avLst/>
          </a:prstGeom>
          <a:noFill/>
          <a:ln>
            <a:noFill/>
          </a:ln>
        </p:spPr>
      </p:sp>
      <p:sp>
        <p:nvSpPr>
          <p:cNvPr id="316" name="Google Shape;316;p58"/>
          <p:cNvSpPr txBox="1">
            <a:spLocks noGrp="1"/>
          </p:cNvSpPr>
          <p:nvPr>
            <p:ph type="title" idx="8"/>
          </p:nvPr>
        </p:nvSpPr>
        <p:spPr>
          <a:xfrm>
            <a:off x="228600" y="293133"/>
            <a:ext cx="2048100" cy="39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17" name="Google Shape;317;p58"/>
          <p:cNvSpPr>
            <a:spLocks noGrp="1"/>
          </p:cNvSpPr>
          <p:nvPr>
            <p:ph type="pic" idx="9"/>
          </p:nvPr>
        </p:nvSpPr>
        <p:spPr>
          <a:xfrm>
            <a:off x="2441450" y="3429000"/>
            <a:ext cx="2052900" cy="31272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transition advClick="0"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roblem / Solution">
  <p:cSld name="CUSTOM_6"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59"/>
          <p:cNvSpPr>
            <a:spLocks noGrp="1"/>
          </p:cNvSpPr>
          <p:nvPr>
            <p:ph type="pic" idx="2"/>
          </p:nvPr>
        </p:nvSpPr>
        <p:spPr>
          <a:xfrm>
            <a:off x="228600" y="3412867"/>
            <a:ext cx="3914100" cy="3135900"/>
          </a:xfrm>
          <a:prstGeom prst="rect">
            <a:avLst/>
          </a:prstGeom>
          <a:noFill/>
          <a:ln>
            <a:noFill/>
          </a:ln>
        </p:spPr>
      </p:sp>
      <p:sp>
        <p:nvSpPr>
          <p:cNvPr id="320" name="Google Shape;320;p59"/>
          <p:cNvSpPr>
            <a:spLocks noGrp="1"/>
          </p:cNvSpPr>
          <p:nvPr>
            <p:ph type="pic" idx="3"/>
          </p:nvPr>
        </p:nvSpPr>
        <p:spPr>
          <a:xfrm>
            <a:off x="4658875" y="293133"/>
            <a:ext cx="3319200" cy="3135900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321" name="Google Shape;321;p59"/>
          <p:cNvCxnSpPr/>
          <p:nvPr/>
        </p:nvCxnSpPr>
        <p:spPr>
          <a:xfrm>
            <a:off x="8586257" y="1"/>
            <a:ext cx="0" cy="68589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22" name="Google Shape;322;p59"/>
          <p:cNvSpPr txBox="1">
            <a:spLocks noGrp="1"/>
          </p:cNvSpPr>
          <p:nvPr>
            <p:ph type="title"/>
          </p:nvPr>
        </p:nvSpPr>
        <p:spPr>
          <a:xfrm rot="-5400000">
            <a:off x="8190400" y="684867"/>
            <a:ext cx="1360500" cy="5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Lexend Light"/>
              <a:buNone/>
              <a:defRPr sz="700">
                <a:solidFill>
                  <a:schemeClr val="accent2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323" name="Google Shape;323;p59"/>
          <p:cNvSpPr txBox="1">
            <a:spLocks noGrp="1"/>
          </p:cNvSpPr>
          <p:nvPr>
            <p:ph type="title" idx="4"/>
          </p:nvPr>
        </p:nvSpPr>
        <p:spPr>
          <a:xfrm rot="-5400000">
            <a:off x="6933100" y="3148700"/>
            <a:ext cx="3875100" cy="5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Merriweather Light"/>
              <a:buNone/>
              <a:defRPr sz="1500">
                <a:solidFill>
                  <a:schemeClr val="accen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324" name="Google Shape;324;p59"/>
          <p:cNvSpPr txBox="1">
            <a:spLocks noGrp="1"/>
          </p:cNvSpPr>
          <p:nvPr>
            <p:ph type="title" idx="5"/>
          </p:nvPr>
        </p:nvSpPr>
        <p:spPr>
          <a:xfrm>
            <a:off x="8583300" y="5772867"/>
            <a:ext cx="567600" cy="89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Lexend Light"/>
              <a:buNone/>
              <a:defRPr sz="700">
                <a:solidFill>
                  <a:schemeClr val="accent2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325" name="Google Shape;325;p59"/>
          <p:cNvSpPr txBox="1">
            <a:spLocks noGrp="1"/>
          </p:cNvSpPr>
          <p:nvPr>
            <p:ph type="title" idx="6"/>
          </p:nvPr>
        </p:nvSpPr>
        <p:spPr>
          <a:xfrm>
            <a:off x="228600" y="293133"/>
            <a:ext cx="2048100" cy="39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26" name="Google Shape;326;p59"/>
          <p:cNvSpPr txBox="1">
            <a:spLocks noGrp="1"/>
          </p:cNvSpPr>
          <p:nvPr>
            <p:ph type="title" idx="7"/>
          </p:nvPr>
        </p:nvSpPr>
        <p:spPr>
          <a:xfrm>
            <a:off x="4669800" y="3542400"/>
            <a:ext cx="2036100" cy="39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27" name="Google Shape;327;p59"/>
          <p:cNvSpPr txBox="1">
            <a:spLocks noGrp="1"/>
          </p:cNvSpPr>
          <p:nvPr>
            <p:ph type="body" idx="1"/>
          </p:nvPr>
        </p:nvSpPr>
        <p:spPr>
          <a:xfrm>
            <a:off x="4658875" y="4040400"/>
            <a:ext cx="3148800" cy="25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●"/>
              <a:defRPr>
                <a:solidFill>
                  <a:schemeClr val="dk2"/>
                </a:solidFill>
              </a:defRPr>
            </a:lvl1pPr>
            <a:lvl2pPr marL="914400" lvl="1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○"/>
              <a:defRPr>
                <a:solidFill>
                  <a:schemeClr val="dk2"/>
                </a:solidFill>
              </a:defRPr>
            </a:lvl2pPr>
            <a:lvl3pPr marL="1371600" lvl="2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■"/>
              <a:defRPr>
                <a:solidFill>
                  <a:schemeClr val="dk2"/>
                </a:solidFill>
              </a:defRPr>
            </a:lvl3pPr>
            <a:lvl4pPr marL="1828800" lvl="3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●"/>
              <a:defRPr>
                <a:solidFill>
                  <a:schemeClr val="dk2"/>
                </a:solidFill>
              </a:defRPr>
            </a:lvl4pPr>
            <a:lvl5pPr marL="2286000" lvl="4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○"/>
              <a:defRPr>
                <a:solidFill>
                  <a:schemeClr val="dk2"/>
                </a:solidFill>
              </a:defRPr>
            </a:lvl5pPr>
            <a:lvl6pPr marL="2743200" lvl="5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■"/>
              <a:defRPr>
                <a:solidFill>
                  <a:schemeClr val="dk2"/>
                </a:solidFill>
              </a:defRPr>
            </a:lvl6pPr>
            <a:lvl7pPr marL="3200400" lvl="6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●"/>
              <a:defRPr>
                <a:solidFill>
                  <a:schemeClr val="dk2"/>
                </a:solidFill>
              </a:defRPr>
            </a:lvl7pPr>
            <a:lvl8pPr marL="3657600" lvl="7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○"/>
              <a:defRPr>
                <a:solidFill>
                  <a:schemeClr val="dk2"/>
                </a:solidFill>
              </a:defRPr>
            </a:lvl8pPr>
            <a:lvl9pPr marL="4114800" lvl="8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328" name="Google Shape;328;p59"/>
          <p:cNvSpPr txBox="1">
            <a:spLocks noGrp="1"/>
          </p:cNvSpPr>
          <p:nvPr>
            <p:ph type="title" idx="8"/>
          </p:nvPr>
        </p:nvSpPr>
        <p:spPr>
          <a:xfrm>
            <a:off x="234600" y="1091200"/>
            <a:ext cx="2206800" cy="39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29" name="Google Shape;329;p59"/>
          <p:cNvSpPr txBox="1">
            <a:spLocks noGrp="1"/>
          </p:cNvSpPr>
          <p:nvPr>
            <p:ph type="body" idx="9"/>
          </p:nvPr>
        </p:nvSpPr>
        <p:spPr>
          <a:xfrm>
            <a:off x="229850" y="1771733"/>
            <a:ext cx="3148800" cy="137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●"/>
              <a:defRPr>
                <a:solidFill>
                  <a:schemeClr val="dk2"/>
                </a:solidFill>
              </a:defRPr>
            </a:lvl1pPr>
            <a:lvl2pPr marL="914400" lvl="1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○"/>
              <a:defRPr>
                <a:solidFill>
                  <a:schemeClr val="dk2"/>
                </a:solidFill>
              </a:defRPr>
            </a:lvl2pPr>
            <a:lvl3pPr marL="1371600" lvl="2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■"/>
              <a:defRPr>
                <a:solidFill>
                  <a:schemeClr val="dk2"/>
                </a:solidFill>
              </a:defRPr>
            </a:lvl3pPr>
            <a:lvl4pPr marL="1828800" lvl="3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●"/>
              <a:defRPr>
                <a:solidFill>
                  <a:schemeClr val="dk2"/>
                </a:solidFill>
              </a:defRPr>
            </a:lvl4pPr>
            <a:lvl5pPr marL="2286000" lvl="4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○"/>
              <a:defRPr>
                <a:solidFill>
                  <a:schemeClr val="dk2"/>
                </a:solidFill>
              </a:defRPr>
            </a:lvl5pPr>
            <a:lvl6pPr marL="2743200" lvl="5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■"/>
              <a:defRPr>
                <a:solidFill>
                  <a:schemeClr val="dk2"/>
                </a:solidFill>
              </a:defRPr>
            </a:lvl6pPr>
            <a:lvl7pPr marL="3200400" lvl="6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●"/>
              <a:defRPr>
                <a:solidFill>
                  <a:schemeClr val="dk2"/>
                </a:solidFill>
              </a:defRPr>
            </a:lvl7pPr>
            <a:lvl8pPr marL="3657600" lvl="7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○"/>
              <a:defRPr>
                <a:solidFill>
                  <a:schemeClr val="dk2"/>
                </a:solidFill>
              </a:defRPr>
            </a:lvl8pPr>
            <a:lvl9pPr marL="4114800" lvl="8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p:transition advClick="0"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Research / Finding">
  <p:cSld name="CUSTOM_7"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60"/>
          <p:cNvSpPr>
            <a:spLocks noGrp="1"/>
          </p:cNvSpPr>
          <p:nvPr>
            <p:ph type="pic" idx="2"/>
          </p:nvPr>
        </p:nvSpPr>
        <p:spPr>
          <a:xfrm>
            <a:off x="228600" y="2645667"/>
            <a:ext cx="2517600" cy="3903300"/>
          </a:xfrm>
          <a:prstGeom prst="rect">
            <a:avLst/>
          </a:prstGeom>
          <a:noFill/>
          <a:ln>
            <a:noFill/>
          </a:ln>
        </p:spPr>
      </p:sp>
      <p:sp>
        <p:nvSpPr>
          <p:cNvPr id="332" name="Google Shape;332;p60"/>
          <p:cNvSpPr>
            <a:spLocks noGrp="1"/>
          </p:cNvSpPr>
          <p:nvPr>
            <p:ph type="pic" idx="3"/>
          </p:nvPr>
        </p:nvSpPr>
        <p:spPr>
          <a:xfrm>
            <a:off x="2972440" y="2645667"/>
            <a:ext cx="2623500" cy="3903300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333" name="Google Shape;333;p60"/>
          <p:cNvCxnSpPr/>
          <p:nvPr/>
        </p:nvCxnSpPr>
        <p:spPr>
          <a:xfrm>
            <a:off x="8586257" y="1"/>
            <a:ext cx="0" cy="68589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34" name="Google Shape;334;p60"/>
          <p:cNvSpPr txBox="1">
            <a:spLocks noGrp="1"/>
          </p:cNvSpPr>
          <p:nvPr>
            <p:ph type="title"/>
          </p:nvPr>
        </p:nvSpPr>
        <p:spPr>
          <a:xfrm rot="-5400000">
            <a:off x="8190400" y="684867"/>
            <a:ext cx="1360500" cy="5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Lexend Light"/>
              <a:buNone/>
              <a:defRPr sz="700">
                <a:solidFill>
                  <a:schemeClr val="accent2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335" name="Google Shape;335;p60"/>
          <p:cNvSpPr txBox="1">
            <a:spLocks noGrp="1"/>
          </p:cNvSpPr>
          <p:nvPr>
            <p:ph type="title" idx="4"/>
          </p:nvPr>
        </p:nvSpPr>
        <p:spPr>
          <a:xfrm rot="-5400000">
            <a:off x="6933100" y="3148700"/>
            <a:ext cx="3875100" cy="5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Merriweather Light"/>
              <a:buNone/>
              <a:defRPr sz="1500">
                <a:solidFill>
                  <a:schemeClr val="accen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336" name="Google Shape;336;p60"/>
          <p:cNvSpPr txBox="1">
            <a:spLocks noGrp="1"/>
          </p:cNvSpPr>
          <p:nvPr>
            <p:ph type="title" idx="5"/>
          </p:nvPr>
        </p:nvSpPr>
        <p:spPr>
          <a:xfrm>
            <a:off x="8583300" y="5772867"/>
            <a:ext cx="567600" cy="89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Lexend Light"/>
              <a:buNone/>
              <a:defRPr sz="700">
                <a:solidFill>
                  <a:schemeClr val="accent2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337" name="Google Shape;337;p60"/>
          <p:cNvSpPr txBox="1">
            <a:spLocks noGrp="1"/>
          </p:cNvSpPr>
          <p:nvPr>
            <p:ph type="title" idx="6"/>
          </p:nvPr>
        </p:nvSpPr>
        <p:spPr>
          <a:xfrm>
            <a:off x="239525" y="1091200"/>
            <a:ext cx="3139200" cy="136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Merriweather Light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38" name="Google Shape;338;p60"/>
          <p:cNvSpPr txBox="1">
            <a:spLocks noGrp="1"/>
          </p:cNvSpPr>
          <p:nvPr>
            <p:ph type="title" idx="7"/>
          </p:nvPr>
        </p:nvSpPr>
        <p:spPr>
          <a:xfrm>
            <a:off x="228600" y="293133"/>
            <a:ext cx="2048100" cy="39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39" name="Google Shape;339;p60"/>
          <p:cNvSpPr>
            <a:spLocks noGrp="1"/>
          </p:cNvSpPr>
          <p:nvPr>
            <p:ph type="pic" idx="8"/>
          </p:nvPr>
        </p:nvSpPr>
        <p:spPr>
          <a:xfrm>
            <a:off x="5760651" y="2645667"/>
            <a:ext cx="2822700" cy="3903300"/>
          </a:xfrm>
          <a:prstGeom prst="rect">
            <a:avLst/>
          </a:prstGeom>
          <a:noFill/>
          <a:ln>
            <a:noFill/>
          </a:ln>
        </p:spPr>
      </p:sp>
      <p:sp>
        <p:nvSpPr>
          <p:cNvPr id="340" name="Google Shape;340;p60"/>
          <p:cNvSpPr txBox="1">
            <a:spLocks noGrp="1"/>
          </p:cNvSpPr>
          <p:nvPr>
            <p:ph type="body" idx="1"/>
          </p:nvPr>
        </p:nvSpPr>
        <p:spPr>
          <a:xfrm>
            <a:off x="4494275" y="293133"/>
            <a:ext cx="3319200" cy="157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Lexend Light"/>
              <a:buChar char="●"/>
              <a:defRPr sz="1200">
                <a:solidFill>
                  <a:schemeClr val="dk2"/>
                </a:solidFill>
              </a:defRPr>
            </a:lvl1pPr>
            <a:lvl2pPr marL="914400" lvl="1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Lexend Light"/>
              <a:buChar char="○"/>
              <a:defRPr sz="1200">
                <a:solidFill>
                  <a:schemeClr val="dk2"/>
                </a:solidFill>
              </a:defRPr>
            </a:lvl2pPr>
            <a:lvl3pPr marL="1371600" lvl="2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Lexend Light"/>
              <a:buChar char="■"/>
              <a:defRPr sz="1200">
                <a:solidFill>
                  <a:schemeClr val="dk2"/>
                </a:solidFill>
              </a:defRPr>
            </a:lvl3pPr>
            <a:lvl4pPr marL="1828800" lvl="3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Lexend Light"/>
              <a:buChar char="●"/>
              <a:defRPr sz="1200">
                <a:solidFill>
                  <a:schemeClr val="dk2"/>
                </a:solidFill>
              </a:defRPr>
            </a:lvl4pPr>
            <a:lvl5pPr marL="2286000" lvl="4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Lexend Light"/>
              <a:buChar char="○"/>
              <a:defRPr sz="1200">
                <a:solidFill>
                  <a:schemeClr val="dk2"/>
                </a:solidFill>
              </a:defRPr>
            </a:lvl5pPr>
            <a:lvl6pPr marL="2743200" lvl="5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Lexend Light"/>
              <a:buChar char="■"/>
              <a:defRPr sz="1200">
                <a:solidFill>
                  <a:schemeClr val="dk2"/>
                </a:solidFill>
              </a:defRPr>
            </a:lvl6pPr>
            <a:lvl7pPr marL="3200400" lvl="6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Lexend Light"/>
              <a:buChar char="●"/>
              <a:defRPr sz="1200">
                <a:solidFill>
                  <a:schemeClr val="dk2"/>
                </a:solidFill>
              </a:defRPr>
            </a:lvl7pPr>
            <a:lvl8pPr marL="3657600" lvl="7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Lexend Light"/>
              <a:buChar char="○"/>
              <a:defRPr sz="1200">
                <a:solidFill>
                  <a:schemeClr val="dk2"/>
                </a:solidFill>
              </a:defRPr>
            </a:lvl8pPr>
            <a:lvl9pPr marL="4114800" lvl="8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Lexend Light"/>
              <a:buChar char="■"/>
              <a:defRPr sz="12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p:transition advClick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0"/>
          <p:cNvSpPr txBox="1">
            <a:spLocks noGrp="1"/>
          </p:cNvSpPr>
          <p:nvPr>
            <p:ph type="title"/>
          </p:nvPr>
        </p:nvSpPr>
        <p:spPr>
          <a:xfrm>
            <a:off x="228600" y="293133"/>
            <a:ext cx="5962800" cy="110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erriweather Light"/>
              <a:buNone/>
              <a:defRPr sz="3000" b="0" i="0" u="none" strike="noStrike" cap="none">
                <a:solidFill>
                  <a:schemeClr val="dk1"/>
                </a:solidFill>
                <a:latin typeface="Merriweather Light"/>
                <a:ea typeface="Merriweather Light"/>
                <a:cs typeface="Merriweather Light"/>
                <a:sym typeface="Merriweather Ligh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erriweather Light"/>
              <a:buNone/>
              <a:defRPr sz="3000" b="0" i="0" u="none" strike="noStrike" cap="none">
                <a:solidFill>
                  <a:schemeClr val="dk1"/>
                </a:solidFill>
                <a:latin typeface="Merriweather Light"/>
                <a:ea typeface="Merriweather Light"/>
                <a:cs typeface="Merriweather Light"/>
                <a:sym typeface="Merriweather Ligh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erriweather Light"/>
              <a:buNone/>
              <a:defRPr sz="3000" b="0" i="0" u="none" strike="noStrike" cap="none">
                <a:solidFill>
                  <a:schemeClr val="dk1"/>
                </a:solidFill>
                <a:latin typeface="Merriweather Light"/>
                <a:ea typeface="Merriweather Light"/>
                <a:cs typeface="Merriweather Light"/>
                <a:sym typeface="Merriweather Ligh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erriweather Light"/>
              <a:buNone/>
              <a:defRPr sz="3000" b="0" i="0" u="none" strike="noStrike" cap="none">
                <a:solidFill>
                  <a:schemeClr val="dk1"/>
                </a:solidFill>
                <a:latin typeface="Merriweather Light"/>
                <a:ea typeface="Merriweather Light"/>
                <a:cs typeface="Merriweather Light"/>
                <a:sym typeface="Merriweather Ligh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erriweather Light"/>
              <a:buNone/>
              <a:defRPr sz="3000" b="0" i="0" u="none" strike="noStrike" cap="none">
                <a:solidFill>
                  <a:schemeClr val="dk1"/>
                </a:solidFill>
                <a:latin typeface="Merriweather Light"/>
                <a:ea typeface="Merriweather Light"/>
                <a:cs typeface="Merriweather Light"/>
                <a:sym typeface="Merriweather Ligh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erriweather Light"/>
              <a:buNone/>
              <a:defRPr sz="3000" b="0" i="0" u="none" strike="noStrike" cap="none">
                <a:solidFill>
                  <a:schemeClr val="dk1"/>
                </a:solidFill>
                <a:latin typeface="Merriweather Light"/>
                <a:ea typeface="Merriweather Light"/>
                <a:cs typeface="Merriweather Light"/>
                <a:sym typeface="Merriweather Ligh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erriweather Light"/>
              <a:buNone/>
              <a:defRPr sz="3000" b="0" i="0" u="none" strike="noStrike" cap="none">
                <a:solidFill>
                  <a:schemeClr val="dk1"/>
                </a:solidFill>
                <a:latin typeface="Merriweather Light"/>
                <a:ea typeface="Merriweather Light"/>
                <a:cs typeface="Merriweather Light"/>
                <a:sym typeface="Merriweather Ligh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erriweather Light"/>
              <a:buNone/>
              <a:defRPr sz="3000" b="0" i="0" u="none" strike="noStrike" cap="none">
                <a:solidFill>
                  <a:schemeClr val="dk1"/>
                </a:solidFill>
                <a:latin typeface="Merriweather Light"/>
                <a:ea typeface="Merriweather Light"/>
                <a:cs typeface="Merriweather Light"/>
                <a:sym typeface="Merriweather Ligh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erriweather Light"/>
              <a:buNone/>
              <a:defRPr sz="3000" b="0" i="0" u="none" strike="noStrike" cap="none">
                <a:solidFill>
                  <a:schemeClr val="dk1"/>
                </a:solidFill>
                <a:latin typeface="Merriweather Light"/>
                <a:ea typeface="Merriweather Light"/>
                <a:cs typeface="Merriweather Light"/>
                <a:sym typeface="Merriweather Light"/>
              </a:defRPr>
            </a:lvl9pPr>
          </a:lstStyle>
          <a:p>
            <a:endParaRPr/>
          </a:p>
        </p:txBody>
      </p:sp>
      <p:sp>
        <p:nvSpPr>
          <p:cNvPr id="7" name="Google Shape;7;p20"/>
          <p:cNvSpPr txBox="1">
            <a:spLocks noGrp="1"/>
          </p:cNvSpPr>
          <p:nvPr>
            <p:ph type="body" idx="1"/>
          </p:nvPr>
        </p:nvSpPr>
        <p:spPr>
          <a:xfrm>
            <a:off x="4658875" y="1871600"/>
            <a:ext cx="4256400" cy="275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Lexend Light"/>
              <a:buChar char="●"/>
              <a:defRPr sz="900" b="0" i="0" u="none" strike="noStrike" cap="non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marL="914400" marR="0" lvl="1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Lexend Light"/>
              <a:buChar char="○"/>
              <a:defRPr sz="900" b="0" i="0" u="none" strike="noStrike" cap="non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2pPr>
            <a:lvl3pPr marL="1371600" marR="0" lvl="2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Lexend Light"/>
              <a:buChar char="■"/>
              <a:defRPr sz="900" b="0" i="0" u="none" strike="noStrike" cap="non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3pPr>
            <a:lvl4pPr marL="1828800" marR="0" lvl="3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Lexend Light"/>
              <a:buChar char="●"/>
              <a:defRPr sz="900" b="0" i="0" u="none" strike="noStrike" cap="non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4pPr>
            <a:lvl5pPr marL="2286000" marR="0" lvl="4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Lexend Light"/>
              <a:buChar char="○"/>
              <a:defRPr sz="900" b="0" i="0" u="none" strike="noStrike" cap="non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5pPr>
            <a:lvl6pPr marL="2743200" marR="0" lvl="5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Lexend Light"/>
              <a:buChar char="■"/>
              <a:defRPr sz="900" b="0" i="0" u="none" strike="noStrike" cap="non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6pPr>
            <a:lvl7pPr marL="3200400" marR="0" lvl="6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Lexend Light"/>
              <a:buChar char="●"/>
              <a:defRPr sz="900" b="0" i="0" u="none" strike="noStrike" cap="non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7pPr>
            <a:lvl8pPr marL="3657600" marR="0" lvl="7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Lexend Light"/>
              <a:buChar char="○"/>
              <a:defRPr sz="900" b="0" i="0" u="none" strike="noStrike" cap="non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8pPr>
            <a:lvl9pPr marL="4114800" marR="0" lvl="8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Lexend Light"/>
              <a:buChar char="■"/>
              <a:defRPr sz="900" b="0" i="0" u="none" strike="noStrike" cap="non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>
            <a:endParaRPr/>
          </a:p>
        </p:txBody>
      </p:sp>
      <p:sp>
        <p:nvSpPr>
          <p:cNvPr id="8" name="Google Shape;8;p20"/>
          <p:cNvSpPr txBox="1">
            <a:spLocks noGrp="1"/>
          </p:cNvSpPr>
          <p:nvPr>
            <p:ph type="sldNum" idx="12"/>
          </p:nvPr>
        </p:nvSpPr>
        <p:spPr>
          <a:xfrm>
            <a:off x="8556784" y="6333134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  <p:sldLayoutId id="2147483682" r:id="rId34"/>
    <p:sldLayoutId id="2147483683" r:id="rId35"/>
    <p:sldLayoutId id="2147483684" r:id="rId36"/>
    <p:sldLayoutId id="2147483685" r:id="rId37"/>
    <p:sldLayoutId id="2147483686" r:id="rId38"/>
    <p:sldLayoutId id="2147483687" r:id="rId39"/>
    <p:sldLayoutId id="2147483688" r:id="rId40"/>
  </p:sldLayoutIdLst>
  <p:transition advClick="0"/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 mod="1">
    <p:ext uri="{27BBF7A9-308A-43DC-89C8-2F10F3537804}">
      <p15:sldGuideLst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      <p15:guide id="1" pos="144">
          <p15:clr>
            <a:srgbClr val="E46962"/>
          </p15:clr>
        </p15:guide>
        <p15:guide id="2" pos="734">
          <p15:clr>
            <a:srgbClr val="E46962"/>
          </p15:clr>
        </p15:guide>
        <p15:guide id="3" pos="835">
          <p15:clr>
            <a:srgbClr val="E46962"/>
          </p15:clr>
        </p15:guide>
        <p15:guide id="4" pos="245">
          <p15:clr>
            <a:srgbClr val="E46962"/>
          </p15:clr>
        </p15:guide>
        <p15:guide id="5" pos="1538">
          <p15:clr>
            <a:srgbClr val="E46962"/>
          </p15:clr>
        </p15:guide>
        <p15:guide id="6" pos="2128">
          <p15:clr>
            <a:srgbClr val="E46962"/>
          </p15:clr>
        </p15:guide>
        <p15:guide id="7" orient="horz" pos="434">
          <p15:clr>
            <a:srgbClr val="E46962"/>
          </p15:clr>
        </p15:guide>
        <p15:guide id="8" orient="horz" pos="185">
          <p15:clr>
            <a:srgbClr val="E46962"/>
          </p15:clr>
        </p15:guide>
        <p15:guide id="9" orient="horz" pos="687">
          <p15:clr>
            <a:srgbClr val="E46962"/>
          </p15:clr>
        </p15:guide>
        <p15:guide id="10" orient="horz" pos="1179">
          <p15:clr>
            <a:srgbClr val="E46962"/>
          </p15:clr>
        </p15:guide>
        <p15:guide id="11" orient="horz" pos="1667">
          <p15:clr>
            <a:srgbClr val="E46962"/>
          </p15:clr>
        </p15:guide>
        <p15:guide id="12" orient="horz" pos="2160">
          <p15:clr>
            <a:srgbClr val="E46962"/>
          </p15:clr>
        </p15:guide>
        <p15:guide id="13" orient="horz" pos="4130">
          <p15:clr>
            <a:srgbClr val="E46962"/>
          </p15:clr>
        </p15:guide>
        <p15:guide id="14" pos="2831">
          <p15:clr>
            <a:srgbClr val="E46962"/>
          </p15:clr>
        </p15:guide>
        <p15:guide id="15" pos="3525">
          <p15:clr>
            <a:srgbClr val="E46962"/>
          </p15:clr>
        </p15:guide>
        <p15:guide id="16" pos="3629">
          <p15:clr>
            <a:srgbClr val="E46962"/>
          </p15:clr>
        </p15:guide>
        <p15:guide id="17" pos="4219">
          <p15:clr>
            <a:srgbClr val="E46962"/>
          </p15:clr>
        </p15:guide>
        <p15:guide id="18" pos="4332">
          <p15:clr>
            <a:srgbClr val="E46962"/>
          </p15:clr>
        </p15:guide>
        <p15:guide id="19" pos="4922">
          <p15:clr>
            <a:srgbClr val="E46962"/>
          </p15:clr>
        </p15:guide>
        <p15:guide id="20" pos="5026">
          <p15:clr>
            <a:srgbClr val="E46962"/>
          </p15:clr>
        </p15:guide>
        <p15:guide id="21" pos="2241">
          <p15:clr>
            <a:srgbClr val="E46962"/>
          </p15:clr>
        </p15:guide>
        <p15:guide id="22" pos="2935">
          <p15:clr>
            <a:srgbClr val="E46962"/>
          </p15:clr>
        </p15:guide>
        <p15:guide id="23" pos="5616">
          <p15:clr>
            <a:srgbClr val="E46962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" Target="slide8.xml"/><Relationship Id="rId13" Type="http://schemas.openxmlformats.org/officeDocument/2006/relationships/slide" Target="slide13.xml"/><Relationship Id="rId18" Type="http://schemas.openxmlformats.org/officeDocument/2006/relationships/slide" Target="slide19.xml"/><Relationship Id="rId3" Type="http://schemas.openxmlformats.org/officeDocument/2006/relationships/slide" Target="slide3.xml"/><Relationship Id="rId7" Type="http://schemas.openxmlformats.org/officeDocument/2006/relationships/slide" Target="slide7.xml"/><Relationship Id="rId12" Type="http://schemas.openxmlformats.org/officeDocument/2006/relationships/slide" Target="slide12.xml"/><Relationship Id="rId17" Type="http://schemas.openxmlformats.org/officeDocument/2006/relationships/slide" Target="slide18.xml"/><Relationship Id="rId2" Type="http://schemas.openxmlformats.org/officeDocument/2006/relationships/notesSlide" Target="../notesSlides/notesSlide2.xml"/><Relationship Id="rId16" Type="http://schemas.openxmlformats.org/officeDocument/2006/relationships/slide" Target="slide17.xml"/><Relationship Id="rId1" Type="http://schemas.openxmlformats.org/officeDocument/2006/relationships/slideLayout" Target="../slideLayouts/slideLayout1.xml"/><Relationship Id="rId6" Type="http://schemas.openxmlformats.org/officeDocument/2006/relationships/slide" Target="slide6.xml"/><Relationship Id="rId11" Type="http://schemas.openxmlformats.org/officeDocument/2006/relationships/slide" Target="slide11.xml"/><Relationship Id="rId5" Type="http://schemas.openxmlformats.org/officeDocument/2006/relationships/slide" Target="slide5.xml"/><Relationship Id="rId15" Type="http://schemas.openxmlformats.org/officeDocument/2006/relationships/slide" Target="slide15.xml"/><Relationship Id="rId10" Type="http://schemas.openxmlformats.org/officeDocument/2006/relationships/slide" Target="slide10.xml"/><Relationship Id="rId19" Type="http://schemas.openxmlformats.org/officeDocument/2006/relationships/slide" Target="slide20.xml"/><Relationship Id="rId4" Type="http://schemas.openxmlformats.org/officeDocument/2006/relationships/slide" Target="slide4.xml"/><Relationship Id="rId9" Type="http://schemas.openxmlformats.org/officeDocument/2006/relationships/slide" Target="slide9.xml"/><Relationship Id="rId14" Type="http://schemas.openxmlformats.org/officeDocument/2006/relationships/slide" Target="slide1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Relationship Id="rId4" Type="http://schemas.openxmlformats.org/officeDocument/2006/relationships/slide" Target="slide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1"/>
          <p:cNvSpPr txBox="1"/>
          <p:nvPr/>
        </p:nvSpPr>
        <p:spPr>
          <a:xfrm>
            <a:off x="2486150" y="689125"/>
            <a:ext cx="6549000" cy="295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lang="en" sz="6000" b="0" i="1" u="none" strike="noStrike" cap="none">
                <a:solidFill>
                  <a:srgbClr val="674834"/>
                </a:solidFill>
                <a:latin typeface="Pacifico"/>
                <a:ea typeface="Pacifico"/>
                <a:cs typeface="Pacifico"/>
                <a:sym typeface="Pacifico"/>
              </a:rPr>
              <a:t>Congratulations</a:t>
            </a:r>
            <a:endParaRPr sz="6000" b="0" i="1" u="none" strike="noStrike" cap="none">
              <a:solidFill>
                <a:srgbClr val="674834"/>
              </a:solidFill>
              <a:latin typeface="Pacifico"/>
              <a:ea typeface="Pacifico"/>
              <a:cs typeface="Pacifico"/>
              <a:sym typeface="Pacifico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lang="en" sz="6000" b="0" i="1" u="none" strike="noStrike" cap="none">
                <a:solidFill>
                  <a:srgbClr val="674834"/>
                </a:solidFill>
                <a:latin typeface="Pacifico"/>
                <a:ea typeface="Pacifico"/>
                <a:cs typeface="Pacifico"/>
                <a:sym typeface="Pacifico"/>
              </a:rPr>
              <a:t>Justin &amp; Charlotte</a:t>
            </a:r>
            <a:br>
              <a:rPr lang="en" sz="6000" b="0" i="1" u="none" strike="noStrike" cap="none">
                <a:solidFill>
                  <a:srgbClr val="674834"/>
                </a:solidFill>
                <a:latin typeface="Pacifico"/>
                <a:ea typeface="Pacifico"/>
                <a:cs typeface="Pacifico"/>
                <a:sym typeface="Pacifico"/>
              </a:rPr>
            </a:br>
            <a:r>
              <a:rPr lang="en" sz="6000" b="0" i="1" u="none" strike="noStrike" cap="none">
                <a:solidFill>
                  <a:srgbClr val="674834"/>
                </a:solidFill>
                <a:latin typeface="Pacifico"/>
                <a:ea typeface="Pacifico"/>
                <a:cs typeface="Pacifico"/>
                <a:sym typeface="Pacifico"/>
              </a:rPr>
              <a:t>MacKenzie</a:t>
            </a:r>
            <a:endParaRPr sz="6000" b="0" i="1" u="none" strike="noStrike" cap="none">
              <a:solidFill>
                <a:srgbClr val="674834"/>
              </a:solidFill>
              <a:latin typeface="Pacifico"/>
              <a:ea typeface="Pacifico"/>
              <a:cs typeface="Pacifico"/>
              <a:sym typeface="Pacifico"/>
            </a:endParaRPr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2"/>
          <p:cNvSpPr txBox="1">
            <a:spLocks noGrp="1"/>
          </p:cNvSpPr>
          <p:nvPr>
            <p:ph type="title" idx="4294967295"/>
          </p:nvPr>
        </p:nvSpPr>
        <p:spPr>
          <a:xfrm>
            <a:off x="311700" y="5455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u="sng"/>
              <a:t>Table of Contents</a:t>
            </a:r>
            <a:endParaRPr u="sng"/>
          </a:p>
        </p:txBody>
      </p:sp>
      <p:sp>
        <p:nvSpPr>
          <p:cNvPr id="351" name="Google Shape;351;p2"/>
          <p:cNvSpPr txBox="1">
            <a:spLocks noGrp="1"/>
          </p:cNvSpPr>
          <p:nvPr>
            <p:ph type="body" idx="4294967295"/>
          </p:nvPr>
        </p:nvSpPr>
        <p:spPr>
          <a:xfrm>
            <a:off x="311700" y="1536625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>
              <a:buSzPts val="1100"/>
              <a:buNone/>
            </a:pPr>
            <a:endParaRPr lang="en-US" sz="1200" dirty="0" smtClean="0">
              <a:solidFill>
                <a:schemeClr val="tx1"/>
              </a:solidFill>
            </a:endParaRPr>
          </a:p>
          <a:p>
            <a:pPr marL="0" lvl="0" indent="0" algn="ctr">
              <a:buSzPts val="1100"/>
              <a:buNone/>
            </a:pPr>
            <a:r>
              <a:rPr lang="en-US" sz="1200" u="sng" dirty="0" smtClean="0">
                <a:solidFill>
                  <a:schemeClr val="tx1"/>
                </a:solidFill>
                <a:uFill>
                  <a:solidFill>
                    <a:schemeClr val="bg1"/>
                  </a:solidFill>
                </a:uFill>
                <a:hlinkClick r:id="rId3" action="ppaction://hlinksldjump"/>
              </a:rPr>
              <a:t>01: Father I adore you</a:t>
            </a:r>
            <a:endParaRPr lang="en-US" sz="1200" u="sng" dirty="0" smtClean="0">
              <a:solidFill>
                <a:schemeClr val="tx1"/>
              </a:solidFill>
              <a:uFill>
                <a:solidFill>
                  <a:schemeClr val="bg1"/>
                </a:solidFill>
              </a:uFill>
            </a:endParaRPr>
          </a:p>
          <a:p>
            <a:pPr marL="0" lvl="0" indent="0" algn="ctr">
              <a:buSzPts val="1100"/>
              <a:buNone/>
            </a:pPr>
            <a:r>
              <a:rPr lang="en-US" sz="1200" u="sng" dirty="0" smtClean="0">
                <a:solidFill>
                  <a:schemeClr val="tx1"/>
                </a:solidFill>
                <a:uFill>
                  <a:solidFill>
                    <a:schemeClr val="bg1"/>
                  </a:solidFill>
                </a:uFill>
                <a:hlinkClick r:id="rId4" action="ppaction://hlinksldjump"/>
              </a:rPr>
              <a:t>02: At Calvary</a:t>
            </a:r>
            <a:endParaRPr lang="en-US" sz="1200" u="sng" dirty="0" smtClean="0">
              <a:solidFill>
                <a:schemeClr val="tx1"/>
              </a:solidFill>
              <a:uFill>
                <a:solidFill>
                  <a:schemeClr val="bg1"/>
                </a:solidFill>
              </a:uFill>
            </a:endParaRPr>
          </a:p>
          <a:p>
            <a:pPr marL="0" lvl="0" indent="0" algn="ctr">
              <a:buSzPts val="1100"/>
              <a:buNone/>
            </a:pPr>
            <a:r>
              <a:rPr lang="en-US" sz="1200" u="sng" dirty="0" smtClean="0">
                <a:solidFill>
                  <a:schemeClr val="tx1"/>
                </a:solidFill>
                <a:uFill>
                  <a:solidFill>
                    <a:schemeClr val="bg1"/>
                  </a:solidFill>
                </a:uFill>
                <a:hlinkClick r:id="rId5" action="ppaction://hlinksldjump"/>
              </a:rPr>
              <a:t>03: Wonderful Grace of Jesus</a:t>
            </a:r>
            <a:endParaRPr lang="en-US" sz="1200" u="sng" dirty="0" smtClean="0">
              <a:solidFill>
                <a:schemeClr val="tx1"/>
              </a:solidFill>
              <a:uFill>
                <a:solidFill>
                  <a:schemeClr val="bg1"/>
                </a:solidFill>
              </a:uFill>
            </a:endParaRPr>
          </a:p>
          <a:p>
            <a:pPr marL="0" lvl="0" indent="0" algn="ctr">
              <a:buSzPts val="1100"/>
              <a:buNone/>
            </a:pPr>
            <a:r>
              <a:rPr lang="en-US" sz="1200" u="sng" dirty="0" smtClean="0">
                <a:solidFill>
                  <a:schemeClr val="tx1"/>
                </a:solidFill>
                <a:uFill>
                  <a:solidFill>
                    <a:schemeClr val="bg1"/>
                  </a:solidFill>
                </a:uFill>
                <a:hlinkClick r:id="rId6" action="ppaction://hlinksldjump"/>
              </a:rPr>
              <a:t>04: Man of Sorrows</a:t>
            </a:r>
            <a:endParaRPr lang="en-US" sz="1200" u="sng" dirty="0" smtClean="0">
              <a:solidFill>
                <a:schemeClr val="tx1"/>
              </a:solidFill>
              <a:uFill>
                <a:solidFill>
                  <a:schemeClr val="bg1"/>
                </a:solidFill>
              </a:uFill>
            </a:endParaRPr>
          </a:p>
          <a:p>
            <a:pPr marL="0" lvl="0" indent="0" algn="ctr">
              <a:buSzPts val="1100"/>
              <a:buNone/>
            </a:pPr>
            <a:r>
              <a:rPr lang="en-US" sz="1200" u="sng" dirty="0" smtClean="0">
                <a:solidFill>
                  <a:schemeClr val="tx1"/>
                </a:solidFill>
                <a:uFill>
                  <a:solidFill>
                    <a:schemeClr val="bg1"/>
                  </a:solidFill>
                </a:uFill>
                <a:hlinkClick r:id="rId7" action="ppaction://hlinksldjump"/>
              </a:rPr>
              <a:t>05: I’ve Found a Friend</a:t>
            </a:r>
            <a:endParaRPr lang="en-US" sz="1200" u="sng" dirty="0" smtClean="0">
              <a:solidFill>
                <a:schemeClr val="tx1"/>
              </a:solidFill>
              <a:uFill>
                <a:solidFill>
                  <a:schemeClr val="bg1"/>
                </a:solidFill>
              </a:uFill>
            </a:endParaRPr>
          </a:p>
          <a:p>
            <a:pPr marL="0" lvl="0" indent="0" algn="ctr">
              <a:buSzPts val="1100"/>
              <a:buNone/>
            </a:pPr>
            <a:r>
              <a:rPr lang="en-US" sz="1200" u="sng" dirty="0" smtClean="0">
                <a:solidFill>
                  <a:schemeClr val="tx1"/>
                </a:solidFill>
                <a:uFill>
                  <a:solidFill>
                    <a:schemeClr val="bg1"/>
                  </a:solidFill>
                </a:uFill>
                <a:hlinkClick r:id="rId8" action="ppaction://hlinksldjump"/>
              </a:rPr>
              <a:t>06: It is Well with my soul</a:t>
            </a:r>
            <a:endParaRPr lang="en-US" sz="1200" u="sng" dirty="0" smtClean="0">
              <a:solidFill>
                <a:schemeClr val="tx1"/>
              </a:solidFill>
              <a:uFill>
                <a:solidFill>
                  <a:schemeClr val="bg1"/>
                </a:solidFill>
              </a:uFill>
            </a:endParaRPr>
          </a:p>
          <a:p>
            <a:pPr marL="0" lvl="0" indent="0" algn="ctr">
              <a:buSzPts val="1100"/>
              <a:buNone/>
            </a:pPr>
            <a:r>
              <a:rPr lang="en-US" sz="1200" u="sng" dirty="0" smtClean="0">
                <a:solidFill>
                  <a:schemeClr val="tx1"/>
                </a:solidFill>
                <a:uFill>
                  <a:solidFill>
                    <a:schemeClr val="bg1"/>
                  </a:solidFill>
                </a:uFill>
                <a:hlinkClick r:id="rId9" action="ppaction://hlinksldjump"/>
              </a:rPr>
              <a:t>07: The Love that Jesus had for me</a:t>
            </a:r>
            <a:endParaRPr lang="en-US" sz="1200" u="sng" dirty="0" smtClean="0">
              <a:solidFill>
                <a:schemeClr val="tx1"/>
              </a:solidFill>
              <a:uFill>
                <a:solidFill>
                  <a:schemeClr val="bg1"/>
                </a:solidFill>
              </a:uFill>
            </a:endParaRPr>
          </a:p>
          <a:p>
            <a:pPr marL="0" lvl="0" indent="0" algn="ctr">
              <a:buSzPts val="1100"/>
              <a:buNone/>
            </a:pPr>
            <a:r>
              <a:rPr lang="en-US" sz="1200" u="sng" dirty="0" smtClean="0">
                <a:solidFill>
                  <a:schemeClr val="tx1"/>
                </a:solidFill>
                <a:uFill>
                  <a:solidFill>
                    <a:schemeClr val="bg1"/>
                  </a:solidFill>
                </a:uFill>
                <a:hlinkClick r:id="rId10" action="ppaction://hlinksldjump"/>
              </a:rPr>
              <a:t>08: And can it be</a:t>
            </a:r>
            <a:endParaRPr lang="en-US" sz="1200" u="sng" dirty="0" smtClean="0">
              <a:solidFill>
                <a:schemeClr val="tx1"/>
              </a:solidFill>
              <a:uFill>
                <a:solidFill>
                  <a:schemeClr val="bg1"/>
                </a:solidFill>
              </a:uFill>
            </a:endParaRPr>
          </a:p>
          <a:p>
            <a:pPr marL="0" lvl="0" indent="0" algn="ctr">
              <a:buSzPts val="1100"/>
              <a:buNone/>
            </a:pPr>
            <a:r>
              <a:rPr lang="en-US" sz="1200" u="sng" dirty="0" smtClean="0">
                <a:solidFill>
                  <a:schemeClr val="tx1"/>
                </a:solidFill>
                <a:uFill>
                  <a:solidFill>
                    <a:schemeClr val="bg1"/>
                  </a:solidFill>
                </a:uFill>
                <a:hlinkClick r:id="rId11" action="ppaction://hlinksldjump"/>
              </a:rPr>
              <a:t>09: Love sent my Savior</a:t>
            </a:r>
            <a:endParaRPr lang="en-US" sz="1200" u="sng" dirty="0" smtClean="0">
              <a:solidFill>
                <a:schemeClr val="tx1"/>
              </a:solidFill>
              <a:uFill>
                <a:solidFill>
                  <a:schemeClr val="bg1"/>
                </a:solidFill>
              </a:uFill>
            </a:endParaRPr>
          </a:p>
          <a:p>
            <a:pPr marL="0" lvl="0" indent="0" algn="ctr">
              <a:buSzPts val="1100"/>
              <a:buNone/>
            </a:pPr>
            <a:r>
              <a:rPr lang="en-US" sz="1200" u="sng" dirty="0" smtClean="0">
                <a:solidFill>
                  <a:schemeClr val="tx1"/>
                </a:solidFill>
                <a:uFill>
                  <a:solidFill>
                    <a:schemeClr val="bg1"/>
                  </a:solidFill>
                </a:uFill>
                <a:hlinkClick r:id="rId12" action="ppaction://hlinksldjump"/>
              </a:rPr>
              <a:t>10: I seek no other argument</a:t>
            </a:r>
            <a:endParaRPr lang="en-US" sz="1200" u="sng" dirty="0" smtClean="0">
              <a:solidFill>
                <a:schemeClr val="tx1"/>
              </a:solidFill>
              <a:uFill>
                <a:solidFill>
                  <a:schemeClr val="bg1"/>
                </a:solidFill>
              </a:uFill>
            </a:endParaRPr>
          </a:p>
          <a:p>
            <a:pPr marL="0" lvl="0" indent="0" algn="ctr">
              <a:buSzPts val="1100"/>
              <a:buNone/>
            </a:pPr>
            <a:r>
              <a:rPr lang="en-US" sz="1200" u="sng" dirty="0" smtClean="0">
                <a:solidFill>
                  <a:schemeClr val="tx1"/>
                </a:solidFill>
                <a:uFill>
                  <a:solidFill>
                    <a:schemeClr val="bg1"/>
                  </a:solidFill>
                </a:uFill>
                <a:hlinkClick r:id="rId13" action="ppaction://hlinksldjump"/>
              </a:rPr>
              <a:t>11: Was it for </a:t>
            </a:r>
            <a:r>
              <a:rPr lang="en-US" sz="1200" u="sng" dirty="0" smtClean="0">
                <a:solidFill>
                  <a:schemeClr val="tx1"/>
                </a:solidFill>
                <a:uFill>
                  <a:solidFill>
                    <a:schemeClr val="bg1"/>
                  </a:solidFill>
                </a:uFill>
                <a:hlinkClick r:id="rId13" action="ppaction://hlinksldjump"/>
              </a:rPr>
              <a:t>me</a:t>
            </a:r>
            <a:endParaRPr lang="en-US" sz="1200" u="sng" dirty="0" smtClean="0">
              <a:solidFill>
                <a:schemeClr val="tx1"/>
              </a:solidFill>
              <a:uFill>
                <a:solidFill>
                  <a:schemeClr val="bg1"/>
                </a:solidFill>
              </a:uFill>
            </a:endParaRPr>
          </a:p>
          <a:p>
            <a:pPr marL="0" lvl="0" indent="0" algn="ctr">
              <a:buSzPts val="1100"/>
              <a:buNone/>
            </a:pPr>
            <a:r>
              <a:rPr lang="en-US" sz="1200" u="sng" dirty="0" smtClean="0">
                <a:solidFill>
                  <a:schemeClr val="tx1"/>
                </a:solidFill>
                <a:uFill>
                  <a:solidFill>
                    <a:schemeClr val="bg1"/>
                  </a:solidFill>
                </a:uFill>
                <a:hlinkClick r:id="rId14" action="ppaction://hlinksldjump"/>
              </a:rPr>
              <a:t>12: Near the Cross</a:t>
            </a:r>
            <a:endParaRPr lang="en-US" sz="1200" u="sng" dirty="0" smtClean="0">
              <a:solidFill>
                <a:schemeClr val="tx1"/>
              </a:solidFill>
              <a:uFill>
                <a:solidFill>
                  <a:schemeClr val="bg1"/>
                </a:solidFill>
              </a:uFill>
            </a:endParaRPr>
          </a:p>
          <a:p>
            <a:pPr marL="0" lvl="0" indent="0" algn="ctr">
              <a:buSzPts val="1100"/>
              <a:buNone/>
            </a:pPr>
            <a:r>
              <a:rPr lang="en-US" sz="1200" u="sng" dirty="0" smtClean="0">
                <a:solidFill>
                  <a:schemeClr val="tx1"/>
                </a:solidFill>
                <a:uFill>
                  <a:solidFill>
                    <a:schemeClr val="bg1"/>
                  </a:solidFill>
                </a:uFill>
                <a:hlinkClick r:id="rId15" action="ppaction://hlinksldjump"/>
              </a:rPr>
              <a:t>13: Just as I am</a:t>
            </a:r>
            <a:endParaRPr lang="en-US" sz="1200" u="sng" dirty="0" smtClean="0">
              <a:solidFill>
                <a:schemeClr val="tx1"/>
              </a:solidFill>
              <a:uFill>
                <a:solidFill>
                  <a:schemeClr val="bg1"/>
                </a:solidFill>
              </a:uFill>
            </a:endParaRPr>
          </a:p>
          <a:p>
            <a:pPr marL="0" lvl="0" indent="0" algn="ctr">
              <a:buSzPts val="1100"/>
              <a:buNone/>
            </a:pPr>
            <a:r>
              <a:rPr lang="en-US" sz="1200" u="sng" dirty="0" smtClean="0">
                <a:solidFill>
                  <a:schemeClr val="tx1"/>
                </a:solidFill>
                <a:uFill>
                  <a:solidFill>
                    <a:schemeClr val="bg1"/>
                  </a:solidFill>
                </a:uFill>
                <a:hlinkClick r:id="rId16" action="ppaction://hlinksldjump"/>
              </a:rPr>
              <a:t>14: Thou art the everlasting Word</a:t>
            </a:r>
            <a:endParaRPr lang="en-US" sz="1200" u="sng" dirty="0" smtClean="0">
              <a:solidFill>
                <a:schemeClr val="tx1"/>
              </a:solidFill>
              <a:uFill>
                <a:solidFill>
                  <a:schemeClr val="bg1"/>
                </a:solidFill>
              </a:uFill>
            </a:endParaRPr>
          </a:p>
          <a:p>
            <a:pPr marL="0" lvl="0" indent="0" algn="ctr">
              <a:buSzPts val="1100"/>
              <a:buNone/>
            </a:pPr>
            <a:r>
              <a:rPr lang="en-US" sz="1200" u="sng" dirty="0" smtClean="0">
                <a:solidFill>
                  <a:schemeClr val="tx1"/>
                </a:solidFill>
                <a:uFill>
                  <a:solidFill>
                    <a:schemeClr val="bg1"/>
                  </a:solidFill>
                </a:uFill>
                <a:hlinkClick r:id="rId17" action="ppaction://hlinksldjump"/>
              </a:rPr>
              <a:t>15: The Lords my Shepherd</a:t>
            </a:r>
            <a:endParaRPr lang="en-US" sz="1200" u="sng" dirty="0" smtClean="0">
              <a:solidFill>
                <a:schemeClr val="tx1"/>
              </a:solidFill>
              <a:uFill>
                <a:solidFill>
                  <a:schemeClr val="bg1"/>
                </a:solidFill>
              </a:uFill>
            </a:endParaRPr>
          </a:p>
          <a:p>
            <a:pPr marL="0" lvl="0" indent="0" algn="ctr">
              <a:buSzPts val="1100"/>
              <a:buNone/>
            </a:pPr>
            <a:r>
              <a:rPr lang="en-US" sz="1200" u="sng" dirty="0" smtClean="0">
                <a:solidFill>
                  <a:schemeClr val="tx1"/>
                </a:solidFill>
                <a:uFill>
                  <a:solidFill>
                    <a:schemeClr val="bg1"/>
                  </a:solidFill>
                </a:uFill>
                <a:hlinkClick r:id="rId18" action="ppaction://hlinksldjump"/>
              </a:rPr>
              <a:t>16: When I survey</a:t>
            </a:r>
            <a:endParaRPr lang="en-US" sz="1200" u="sng" dirty="0" smtClean="0">
              <a:solidFill>
                <a:schemeClr val="tx1"/>
              </a:solidFill>
              <a:uFill>
                <a:solidFill>
                  <a:schemeClr val="bg1"/>
                </a:solidFill>
              </a:uFill>
            </a:endParaRPr>
          </a:p>
          <a:p>
            <a:pPr marL="0" lvl="0" indent="0" algn="ctr">
              <a:buSzPts val="1100"/>
              <a:buNone/>
            </a:pPr>
            <a:r>
              <a:rPr lang="en-US" sz="1200" u="sng" dirty="0" smtClean="0">
                <a:solidFill>
                  <a:schemeClr val="tx1"/>
                </a:solidFill>
                <a:uFill>
                  <a:solidFill>
                    <a:schemeClr val="bg1"/>
                  </a:solidFill>
                </a:uFill>
                <a:hlinkClick r:id="rId19" action="ppaction://hlinksldjump"/>
              </a:rPr>
              <a:t>17: To God be the Glory</a:t>
            </a:r>
            <a:endParaRPr lang="en-US" sz="1200" u="sng" dirty="0" smtClean="0">
              <a:solidFill>
                <a:schemeClr val="tx1"/>
              </a:solidFill>
              <a:uFill>
                <a:solidFill>
                  <a:schemeClr val="bg1"/>
                </a:solidFill>
              </a:uFill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3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u="sng"/>
              <a:t>Father I Adore You</a:t>
            </a:r>
            <a:endParaRPr u="sng"/>
          </a:p>
        </p:txBody>
      </p:sp>
      <p:sp>
        <p:nvSpPr>
          <p:cNvPr id="357" name="Google Shape;357;p3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39999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 b="1">
                <a:latin typeface="Lexend"/>
                <a:ea typeface="Lexend"/>
                <a:cs typeface="Lexend"/>
                <a:sym typeface="Lexend"/>
              </a:rPr>
              <a:t>*ROUNDS*</a:t>
            </a:r>
            <a:endParaRPr sz="1600" b="1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/>
              <a:t>Father, I adore You</a:t>
            </a:r>
            <a:endParaRPr sz="16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/>
              <a:t>And I lay my life before You</a:t>
            </a:r>
            <a:endParaRPr sz="16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/>
              <a:t>How I love You</a:t>
            </a:r>
            <a:endParaRPr sz="16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600" b="1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/>
              <a:t>Jesus, I adore You</a:t>
            </a:r>
            <a:endParaRPr sz="16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/>
              <a:t>And I lay my life before You</a:t>
            </a:r>
            <a:endParaRPr sz="16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/>
              <a:t>How I love You</a:t>
            </a:r>
            <a:endParaRPr sz="16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600" b="1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/>
              <a:t>Spirit, I adore You</a:t>
            </a:r>
            <a:endParaRPr sz="16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/>
              <a:t>And I lay my life before You</a:t>
            </a:r>
            <a:endParaRPr sz="16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/>
              <a:t>How I love You</a:t>
            </a:r>
            <a:endParaRPr sz="1600"/>
          </a:p>
        </p:txBody>
      </p:sp>
      <p:sp>
        <p:nvSpPr>
          <p:cNvPr id="358" name="Google Shape;358;p3"/>
          <p:cNvSpPr txBox="1">
            <a:spLocks noGrp="1"/>
          </p:cNvSpPr>
          <p:nvPr>
            <p:ph type="body" idx="2"/>
          </p:nvPr>
        </p:nvSpPr>
        <p:spPr>
          <a:xfrm>
            <a:off x="4832400" y="1536633"/>
            <a:ext cx="39999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/>
              <a:t>I love you Lord and I lift my voice</a:t>
            </a:r>
            <a:endParaRPr sz="16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/>
              <a:t>to worship You.</a:t>
            </a:r>
            <a:endParaRPr sz="16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/>
              <a:t>Oh my soul, rejoice.</a:t>
            </a:r>
            <a:endParaRPr sz="16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/>
              <a:t>Take joy my King,</a:t>
            </a:r>
            <a:endParaRPr sz="16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/>
              <a:t>in what You hear.</a:t>
            </a:r>
            <a:endParaRPr sz="16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/>
              <a:t>Let it be a sweet, sweet sound,</a:t>
            </a:r>
            <a:endParaRPr sz="16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/>
              <a:t>in Your ear.</a:t>
            </a:r>
            <a:endParaRPr sz="1600"/>
          </a:p>
        </p:txBody>
      </p:sp>
      <p:sp>
        <p:nvSpPr>
          <p:cNvPr id="359" name="Google Shape;359;p3">
            <a:hlinkClick r:id="rId3" action="ppaction://hlinksldjump"/>
          </p:cNvPr>
          <p:cNvSpPr/>
          <p:nvPr/>
        </p:nvSpPr>
        <p:spPr>
          <a:xfrm>
            <a:off x="8456375" y="5868733"/>
            <a:ext cx="558900" cy="763500"/>
          </a:xfrm>
          <a:prstGeom prst="ellipse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4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u="sng"/>
              <a:t>At Calvary</a:t>
            </a:r>
            <a:endParaRPr u="sng"/>
          </a:p>
        </p:txBody>
      </p:sp>
      <p:sp>
        <p:nvSpPr>
          <p:cNvPr id="365" name="Google Shape;365;p4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39999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 b="1">
                <a:latin typeface="Lexend"/>
                <a:ea typeface="Lexend"/>
                <a:cs typeface="Lexend"/>
                <a:sym typeface="Lexend"/>
              </a:rPr>
              <a:t>Verse 1:</a:t>
            </a:r>
            <a:endParaRPr sz="1600" b="1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/>
              <a:t>Years I spent in vanity and pride,</a:t>
            </a:r>
            <a:endParaRPr sz="16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/>
              <a:t>Caring not my Lord was crucified,</a:t>
            </a:r>
            <a:endParaRPr sz="16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/>
              <a:t>Knowing not it was for me He died </a:t>
            </a:r>
            <a:endParaRPr sz="16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/>
              <a:t>On Calvary.</a:t>
            </a:r>
            <a:endParaRPr sz="16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6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 b="1">
                <a:latin typeface="Lexend"/>
                <a:ea typeface="Lexend"/>
                <a:cs typeface="Lexend"/>
                <a:sym typeface="Lexend"/>
              </a:rPr>
              <a:t>(Chorus)</a:t>
            </a:r>
            <a:endParaRPr sz="1600" b="1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/>
              <a:t>Mercy there was great and grace was free,</a:t>
            </a:r>
            <a:endParaRPr sz="16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/>
              <a:t>Pardon there was multiplied to me,</a:t>
            </a:r>
            <a:endParaRPr sz="16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/>
              <a:t>There my burdened soul found liberty–</a:t>
            </a:r>
            <a:endParaRPr sz="16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/>
              <a:t>At Calvary.</a:t>
            </a:r>
            <a:endParaRPr sz="1600"/>
          </a:p>
        </p:txBody>
      </p:sp>
      <p:sp>
        <p:nvSpPr>
          <p:cNvPr id="366" name="Google Shape;366;p4"/>
          <p:cNvSpPr txBox="1">
            <a:spLocks noGrp="1"/>
          </p:cNvSpPr>
          <p:nvPr>
            <p:ph type="body" idx="2"/>
          </p:nvPr>
        </p:nvSpPr>
        <p:spPr>
          <a:xfrm>
            <a:off x="4832400" y="1536633"/>
            <a:ext cx="39999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600" b="1">
                <a:latin typeface="Lexend"/>
                <a:ea typeface="Lexend"/>
                <a:cs typeface="Lexend"/>
                <a:sym typeface="Lexend"/>
              </a:rPr>
              <a:t>Verse 2:</a:t>
            </a:r>
            <a:endParaRPr sz="1600" b="1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/>
              <a:t>Now I've give to Jesus everything,</a:t>
            </a:r>
            <a:endParaRPr sz="16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/>
              <a:t>Now I gladly own Him as my King,</a:t>
            </a:r>
            <a:endParaRPr sz="16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/>
              <a:t>Now my raptured soul can only sing </a:t>
            </a:r>
            <a:endParaRPr sz="16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/>
              <a:t>Of Calvary.</a:t>
            </a:r>
            <a:endParaRPr sz="16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6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 b="1">
                <a:latin typeface="Lexend"/>
                <a:ea typeface="Lexend"/>
                <a:cs typeface="Lexend"/>
                <a:sym typeface="Lexend"/>
              </a:rPr>
              <a:t>Verse 3:</a:t>
            </a:r>
            <a:endParaRPr sz="1600" b="1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/>
              <a:t>O the love that drew salvation's plan!</a:t>
            </a:r>
            <a:endParaRPr sz="16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/>
              <a:t>O the grace that brought it down to man!</a:t>
            </a:r>
            <a:endParaRPr sz="16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/>
              <a:t>O the mighty gulf that God did span </a:t>
            </a:r>
            <a:endParaRPr sz="16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/>
              <a:t>At Calvary.</a:t>
            </a:r>
            <a:endParaRPr sz="1600"/>
          </a:p>
        </p:txBody>
      </p:sp>
      <p:sp>
        <p:nvSpPr>
          <p:cNvPr id="367" name="Google Shape;367;p4">
            <a:hlinkClick r:id="rId3" action="ppaction://hlinksldjump"/>
          </p:cNvPr>
          <p:cNvSpPr/>
          <p:nvPr/>
        </p:nvSpPr>
        <p:spPr>
          <a:xfrm>
            <a:off x="8456375" y="5868733"/>
            <a:ext cx="558900" cy="763500"/>
          </a:xfrm>
          <a:prstGeom prst="ellipse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5"/>
          <p:cNvSpPr txBox="1">
            <a:spLocks noGrp="1"/>
          </p:cNvSpPr>
          <p:nvPr>
            <p:ph type="title"/>
          </p:nvPr>
        </p:nvSpPr>
        <p:spPr>
          <a:xfrm>
            <a:off x="311700" y="617233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u="sng"/>
              <a:t>Wonderful Grace of Jesus</a:t>
            </a:r>
            <a:endParaRPr u="sng"/>
          </a:p>
        </p:txBody>
      </p:sp>
      <p:sp>
        <p:nvSpPr>
          <p:cNvPr id="373" name="Google Shape;373;p5"/>
          <p:cNvSpPr txBox="1">
            <a:spLocks noGrp="1"/>
          </p:cNvSpPr>
          <p:nvPr>
            <p:ph type="body" idx="1"/>
          </p:nvPr>
        </p:nvSpPr>
        <p:spPr>
          <a:xfrm>
            <a:off x="311700" y="1536625"/>
            <a:ext cx="43980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 b="1">
                <a:latin typeface="Lexend"/>
                <a:ea typeface="Lexend"/>
                <a:cs typeface="Lexend"/>
                <a:sym typeface="Lexend"/>
              </a:rPr>
              <a:t>Verse 1:</a:t>
            </a:r>
            <a:endParaRPr sz="1400" b="1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Wonderful grace of Jesus,</a:t>
            </a:r>
            <a:endParaRPr sz="14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Greater than all my sin;</a:t>
            </a:r>
            <a:endParaRPr sz="14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How shall my tongue describe it,</a:t>
            </a:r>
            <a:endParaRPr sz="14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Where shall its praise begin?</a:t>
            </a:r>
            <a:endParaRPr sz="14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Taking away my burden, setting my spirit free;</a:t>
            </a:r>
            <a:endParaRPr sz="14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For the wonderful grace of Jesus reaches me.</a:t>
            </a:r>
            <a:endParaRPr sz="14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4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 b="1">
                <a:latin typeface="Lexend"/>
                <a:ea typeface="Lexend"/>
                <a:cs typeface="Lexend"/>
                <a:sym typeface="Lexend"/>
              </a:rPr>
              <a:t>(Chorus)</a:t>
            </a:r>
            <a:endParaRPr sz="1400" b="1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Wonderful the matchless grace</a:t>
            </a:r>
            <a:endParaRPr sz="14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(the matchless grace) of Jesus,</a:t>
            </a:r>
            <a:endParaRPr sz="14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Deeper than the mighty rolling sea</a:t>
            </a:r>
            <a:endParaRPr sz="14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(the rolling sea);</a:t>
            </a:r>
            <a:endParaRPr sz="14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Higher than the mountain,</a:t>
            </a:r>
            <a:endParaRPr sz="14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Sparkling like a fountain,</a:t>
            </a:r>
            <a:endParaRPr sz="14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All-sufficient grace for even me (for even me);</a:t>
            </a:r>
            <a:endParaRPr sz="14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Broader than the scope of my transgressions,</a:t>
            </a:r>
            <a:endParaRPr sz="14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Greater far than all my sin and shame,</a:t>
            </a:r>
            <a:endParaRPr sz="14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O magnify the precious Name of Jesus,</a:t>
            </a:r>
            <a:endParaRPr sz="14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Praise His Name!</a:t>
            </a:r>
            <a:endParaRPr sz="1400"/>
          </a:p>
        </p:txBody>
      </p:sp>
      <p:sp>
        <p:nvSpPr>
          <p:cNvPr id="374" name="Google Shape;374;p5"/>
          <p:cNvSpPr txBox="1">
            <a:spLocks noGrp="1"/>
          </p:cNvSpPr>
          <p:nvPr>
            <p:ph type="body" idx="1"/>
          </p:nvPr>
        </p:nvSpPr>
        <p:spPr>
          <a:xfrm>
            <a:off x="4746125" y="1536625"/>
            <a:ext cx="43980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 b="1">
                <a:latin typeface="Lexend"/>
                <a:ea typeface="Lexend"/>
                <a:cs typeface="Lexend"/>
                <a:sym typeface="Lexend"/>
              </a:rPr>
              <a:t>Verse 2:</a:t>
            </a:r>
            <a:endParaRPr sz="1400" b="1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Wonderful grace of Jesus,</a:t>
            </a:r>
            <a:endParaRPr sz="14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Reaching to all the lost,</a:t>
            </a:r>
            <a:endParaRPr sz="14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By it I have been pardoned,</a:t>
            </a:r>
            <a:endParaRPr sz="14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Saved to the uttermost,</a:t>
            </a:r>
            <a:endParaRPr sz="14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Chains have been torn asunder, giving me liberty;</a:t>
            </a:r>
            <a:endParaRPr sz="14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For the wonderful grace of Jesus reaches me.</a:t>
            </a:r>
            <a:endParaRPr sz="14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4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 b="1">
                <a:latin typeface="Lexend"/>
                <a:ea typeface="Lexend"/>
                <a:cs typeface="Lexend"/>
                <a:sym typeface="Lexend"/>
              </a:rPr>
              <a:t>Verse 3:</a:t>
            </a:r>
            <a:endParaRPr sz="1400" b="1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Wonderful grace of Jesus,</a:t>
            </a:r>
            <a:endParaRPr sz="14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Reaching the most defiled,</a:t>
            </a:r>
            <a:endParaRPr sz="14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By its transforming power,</a:t>
            </a:r>
            <a:endParaRPr sz="14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Making him God's dear child,</a:t>
            </a:r>
            <a:endParaRPr sz="14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Purchasing peace and heaven, for all eternity;</a:t>
            </a:r>
            <a:endParaRPr sz="14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For the wonderful grace of Jesus reaches me.</a:t>
            </a:r>
            <a:endParaRPr sz="14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endParaRPr sz="1400"/>
          </a:p>
        </p:txBody>
      </p:sp>
      <p:sp>
        <p:nvSpPr>
          <p:cNvPr id="375" name="Google Shape;375;p5">
            <a:hlinkClick r:id="rId3" action="ppaction://hlinksldjump"/>
          </p:cNvPr>
          <p:cNvSpPr/>
          <p:nvPr/>
        </p:nvSpPr>
        <p:spPr>
          <a:xfrm>
            <a:off x="8456375" y="5868733"/>
            <a:ext cx="558900" cy="763500"/>
          </a:xfrm>
          <a:prstGeom prst="ellipse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6"/>
          <p:cNvSpPr txBox="1">
            <a:spLocks noGrp="1"/>
          </p:cNvSpPr>
          <p:nvPr>
            <p:ph type="title"/>
          </p:nvPr>
        </p:nvSpPr>
        <p:spPr>
          <a:xfrm>
            <a:off x="311700" y="617233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u="sng"/>
              <a:t>Man of Sorrows</a:t>
            </a:r>
            <a:endParaRPr u="sng"/>
          </a:p>
        </p:txBody>
      </p:sp>
      <p:sp>
        <p:nvSpPr>
          <p:cNvPr id="381" name="Google Shape;381;p6"/>
          <p:cNvSpPr txBox="1">
            <a:spLocks noGrp="1"/>
          </p:cNvSpPr>
          <p:nvPr>
            <p:ph type="body" idx="1"/>
          </p:nvPr>
        </p:nvSpPr>
        <p:spPr>
          <a:xfrm>
            <a:off x="311700" y="1536625"/>
            <a:ext cx="43980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 b="1">
                <a:latin typeface="Lexend"/>
                <a:ea typeface="Lexend"/>
                <a:cs typeface="Lexend"/>
                <a:sym typeface="Lexend"/>
              </a:rPr>
              <a:t>Verse 1:</a:t>
            </a:r>
            <a:endParaRPr sz="1400" b="1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Man of Sorrows! what a name</a:t>
            </a:r>
            <a:endParaRPr sz="14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For the Son of God, who came</a:t>
            </a:r>
            <a:endParaRPr sz="14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Ruined sinners to reclaim!</a:t>
            </a:r>
            <a:endParaRPr sz="14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Hallelujah! what a Saviour!</a:t>
            </a:r>
            <a:endParaRPr sz="14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4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 b="1">
                <a:latin typeface="Lexend"/>
                <a:ea typeface="Lexend"/>
                <a:cs typeface="Lexend"/>
                <a:sym typeface="Lexend"/>
              </a:rPr>
              <a:t>Verse 2:</a:t>
            </a:r>
            <a:endParaRPr sz="14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Bearing shame and scoffing rude</a:t>
            </a:r>
            <a:endParaRPr sz="14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In my place condemned He stood;</a:t>
            </a:r>
            <a:endParaRPr sz="14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Sealed my pardon with His blood:</a:t>
            </a:r>
            <a:endParaRPr sz="14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Hallelujah! what a Saviour!</a:t>
            </a:r>
            <a:endParaRPr sz="14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4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 b="1">
                <a:latin typeface="Lexend"/>
                <a:ea typeface="Lexend"/>
                <a:cs typeface="Lexend"/>
                <a:sym typeface="Lexend"/>
              </a:rPr>
              <a:t>Verse 3:</a:t>
            </a:r>
            <a:endParaRPr sz="1400" b="1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Guilty, vile, and helpless, we;</a:t>
            </a:r>
            <a:endParaRPr sz="14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Spotless Lamb of God was He:</a:t>
            </a:r>
            <a:endParaRPr sz="14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Full atonement, can it be?</a:t>
            </a:r>
            <a:endParaRPr sz="14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Hallelujah! what a Saviour!</a:t>
            </a:r>
            <a:endParaRPr sz="14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400"/>
          </a:p>
        </p:txBody>
      </p:sp>
      <p:sp>
        <p:nvSpPr>
          <p:cNvPr id="382" name="Google Shape;382;p6"/>
          <p:cNvSpPr txBox="1">
            <a:spLocks noGrp="1"/>
          </p:cNvSpPr>
          <p:nvPr>
            <p:ph type="body" idx="1"/>
          </p:nvPr>
        </p:nvSpPr>
        <p:spPr>
          <a:xfrm>
            <a:off x="4746125" y="1536625"/>
            <a:ext cx="43980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 b="1">
                <a:latin typeface="Lexend"/>
                <a:ea typeface="Lexend"/>
                <a:cs typeface="Lexend"/>
                <a:sym typeface="Lexend"/>
              </a:rPr>
              <a:t>Verse 4:</a:t>
            </a:r>
            <a:endParaRPr sz="1400" b="1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Lifted up was He to die,</a:t>
            </a:r>
            <a:endParaRPr sz="14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It is finished, was His cry;</a:t>
            </a:r>
            <a:endParaRPr sz="14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Now in heaven exalted high:</a:t>
            </a:r>
            <a:endParaRPr sz="14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Hallelujah! what a Saviour!</a:t>
            </a:r>
            <a:endParaRPr sz="14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endParaRPr sz="14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r>
              <a:rPr lang="en" sz="1400" b="1">
                <a:latin typeface="Lexend"/>
                <a:ea typeface="Lexend"/>
                <a:cs typeface="Lexend"/>
                <a:sym typeface="Lexend"/>
              </a:rPr>
              <a:t>Verse 5:</a:t>
            </a:r>
            <a:endParaRPr sz="1400" b="1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When He comes, our glorious King,</a:t>
            </a:r>
            <a:endParaRPr sz="14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All His ransomed home to bring,</a:t>
            </a:r>
            <a:endParaRPr sz="14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Then anew this song we'll sing:</a:t>
            </a:r>
            <a:endParaRPr sz="14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Hallelujah! what a Saviour!</a:t>
            </a:r>
            <a:endParaRPr sz="1400"/>
          </a:p>
        </p:txBody>
      </p:sp>
      <p:sp>
        <p:nvSpPr>
          <p:cNvPr id="383" name="Google Shape;383;p6">
            <a:hlinkClick r:id="rId3" action="ppaction://hlinksldjump"/>
          </p:cNvPr>
          <p:cNvSpPr/>
          <p:nvPr/>
        </p:nvSpPr>
        <p:spPr>
          <a:xfrm>
            <a:off x="8456375" y="5868733"/>
            <a:ext cx="558900" cy="763500"/>
          </a:xfrm>
          <a:prstGeom prst="ellipse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7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u="sng"/>
              <a:t>I’ve found a Friend</a:t>
            </a:r>
            <a:endParaRPr u="sng"/>
          </a:p>
        </p:txBody>
      </p:sp>
      <p:sp>
        <p:nvSpPr>
          <p:cNvPr id="389" name="Google Shape;389;p7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42603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 b="1">
                <a:latin typeface="Lexend"/>
                <a:ea typeface="Lexend"/>
                <a:cs typeface="Lexend"/>
                <a:sym typeface="Lexend"/>
              </a:rPr>
              <a:t>Verse 1:</a:t>
            </a:r>
            <a:endParaRPr sz="1600" b="1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/>
              <a:t>I’ve found a Friend; O such a Friend!</a:t>
            </a:r>
            <a:endParaRPr sz="16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/>
              <a:t>He loved me ere I knew Him;</a:t>
            </a:r>
            <a:endParaRPr sz="16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/>
              <a:t>He drew me with the cords of love,</a:t>
            </a:r>
            <a:endParaRPr sz="16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/>
              <a:t>And thus He bound me to Him.</a:t>
            </a:r>
            <a:endParaRPr sz="16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/>
              <a:t>And round my heart still closely twine</a:t>
            </a:r>
            <a:endParaRPr sz="16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/>
              <a:t>Those ties which nought can sever,</a:t>
            </a:r>
            <a:endParaRPr sz="16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/>
              <a:t>For I am Christ’s and He is mine,</a:t>
            </a:r>
            <a:endParaRPr sz="16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/>
              <a:t>For ever and for ever.</a:t>
            </a:r>
            <a:endParaRPr sz="16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6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 b="1">
                <a:latin typeface="Lexend"/>
                <a:ea typeface="Lexend"/>
                <a:cs typeface="Lexend"/>
                <a:sym typeface="Lexend"/>
              </a:rPr>
              <a:t>Verse 2:</a:t>
            </a:r>
            <a:endParaRPr sz="1600" b="1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/>
              <a:t>I’ve found a Friend; O such a Friend!</a:t>
            </a:r>
            <a:endParaRPr sz="16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/>
              <a:t>He bled, He died to save me;</a:t>
            </a:r>
            <a:endParaRPr sz="16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/>
              <a:t>And not alone the gift of life,</a:t>
            </a:r>
            <a:endParaRPr sz="16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/>
              <a:t>But His own self He gave me.</a:t>
            </a:r>
            <a:endParaRPr sz="16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/>
              <a:t>Nought that I have, mine own I’ll call,</a:t>
            </a:r>
            <a:endParaRPr sz="16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/>
              <a:t>I’ll hold it for the Giver:</a:t>
            </a:r>
            <a:endParaRPr sz="16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/>
              <a:t>My heart, my strength, my life, my all,</a:t>
            </a:r>
            <a:endParaRPr sz="16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/>
              <a:t>Are His, and His forever.</a:t>
            </a:r>
            <a:endParaRPr sz="1600"/>
          </a:p>
        </p:txBody>
      </p:sp>
      <p:sp>
        <p:nvSpPr>
          <p:cNvPr id="390" name="Google Shape;390;p7"/>
          <p:cNvSpPr txBox="1"/>
          <p:nvPr/>
        </p:nvSpPr>
        <p:spPr>
          <a:xfrm>
            <a:off x="4494525" y="1565167"/>
            <a:ext cx="4420800" cy="452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Verse 3:</a:t>
            </a:r>
            <a:endParaRPr sz="1600" b="1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 b="0" i="0" u="none" strike="noStrike" cap="non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I’ve found a Friend; O such a Friend!</a:t>
            </a:r>
            <a:endParaRPr sz="1600" b="0" i="0" u="none" strike="noStrike" cap="none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 b="0" i="0" u="none" strike="noStrike" cap="non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All power to Him is given</a:t>
            </a:r>
            <a:endParaRPr sz="1600" b="0" i="0" u="none" strike="noStrike" cap="none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 b="0" i="0" u="none" strike="noStrike" cap="non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To guard me on my onward course</a:t>
            </a:r>
            <a:endParaRPr sz="1600" b="0" i="0" u="none" strike="noStrike" cap="none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 b="0" i="0" u="none" strike="noStrike" cap="non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And bring me safe to heaven.</a:t>
            </a:r>
            <a:endParaRPr sz="1600" b="0" i="0" u="none" strike="noStrike" cap="none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 b="0" i="0" u="none" strike="noStrike" cap="non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Th’ eternal glories gleam afar</a:t>
            </a:r>
            <a:endParaRPr sz="1600" b="0" i="0" u="none" strike="noStrike" cap="none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 b="0" i="0" u="none" strike="noStrike" cap="non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To nerve my faint endeavour;</a:t>
            </a:r>
            <a:endParaRPr sz="1600" b="0" i="0" u="none" strike="noStrike" cap="none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 b="0" i="0" u="none" strike="noStrike" cap="non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So now to watch! To work! To war!</a:t>
            </a:r>
            <a:endParaRPr sz="1600" b="0" i="0" u="none" strike="noStrike" cap="none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 b="0" i="0" u="none" strike="noStrike" cap="non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And then to rest for ever.</a:t>
            </a:r>
            <a:endParaRPr sz="1600" b="0" i="0" u="none" strike="noStrike" cap="none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600" b="0" i="0" u="none" strike="noStrike" cap="none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Verse 4:</a:t>
            </a:r>
            <a:endParaRPr sz="1600" b="1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 b="0" i="0" u="none" strike="noStrike" cap="non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I’ve found a Friend; O such a Friend!</a:t>
            </a:r>
            <a:endParaRPr sz="1600" b="0" i="0" u="none" strike="noStrike" cap="none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 b="0" i="0" u="none" strike="noStrike" cap="non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So kind, and true, and tender,</a:t>
            </a:r>
            <a:endParaRPr sz="1600" b="0" i="0" u="none" strike="noStrike" cap="none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 b="0" i="0" u="none" strike="noStrike" cap="non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So wise a Counsellor and Guide,</a:t>
            </a:r>
            <a:endParaRPr sz="1600" b="0" i="0" u="none" strike="noStrike" cap="none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 b="0" i="0" u="none" strike="noStrike" cap="non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So mighty a Defender.</a:t>
            </a:r>
            <a:endParaRPr sz="1600" b="0" i="0" u="none" strike="noStrike" cap="none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 b="0" i="0" u="none" strike="noStrike" cap="non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From Him, who loves me now so well,</a:t>
            </a:r>
            <a:endParaRPr sz="1600" b="0" i="0" u="none" strike="noStrike" cap="none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 b="0" i="0" u="none" strike="noStrike" cap="non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What power my soul can sever?</a:t>
            </a:r>
            <a:endParaRPr sz="1600" b="0" i="0" u="none" strike="noStrike" cap="none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 b="0" i="0" u="none" strike="noStrike" cap="non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Shall life? Or death? shall earth? or hell?</a:t>
            </a:r>
            <a:endParaRPr sz="1600" b="0" i="0" u="none" strike="noStrike" cap="none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 b="0" i="0" u="none" strike="noStrike" cap="non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No! I am His forever.</a:t>
            </a:r>
            <a:endParaRPr sz="1600" b="0" i="0" u="none" strike="noStrike" cap="none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391" name="Google Shape;391;p7">
            <a:hlinkClick r:id="rId3" action="ppaction://hlinksldjump"/>
          </p:cNvPr>
          <p:cNvSpPr/>
          <p:nvPr/>
        </p:nvSpPr>
        <p:spPr>
          <a:xfrm>
            <a:off x="8456375" y="5868733"/>
            <a:ext cx="558900" cy="763500"/>
          </a:xfrm>
          <a:prstGeom prst="ellipse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8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u="sng"/>
              <a:t>It Is Well with My Soul</a:t>
            </a:r>
            <a:endParaRPr u="sng"/>
          </a:p>
        </p:txBody>
      </p:sp>
      <p:sp>
        <p:nvSpPr>
          <p:cNvPr id="397" name="Google Shape;397;p8">
            <a:hlinkClick r:id="rId3" action="ppaction://hlinksldjump"/>
          </p:cNvPr>
          <p:cNvSpPr/>
          <p:nvPr/>
        </p:nvSpPr>
        <p:spPr>
          <a:xfrm>
            <a:off x="8456375" y="5868733"/>
            <a:ext cx="558900" cy="763500"/>
          </a:xfrm>
          <a:prstGeom prst="ellipse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398" name="Google Shape;398;p8"/>
          <p:cNvSpPr txBox="1">
            <a:spLocks noGrp="1"/>
          </p:cNvSpPr>
          <p:nvPr>
            <p:ph type="body" idx="1"/>
          </p:nvPr>
        </p:nvSpPr>
        <p:spPr>
          <a:xfrm>
            <a:off x="134675" y="1536625"/>
            <a:ext cx="48690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 b="1">
                <a:latin typeface="Lexend"/>
                <a:ea typeface="Lexend"/>
                <a:cs typeface="Lexend"/>
                <a:sym typeface="Lexend"/>
              </a:rPr>
              <a:t>Verse 1:</a:t>
            </a:r>
            <a:endParaRPr sz="1400" b="1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When peace, like a river, attendeth my way,</a:t>
            </a:r>
            <a:endParaRPr sz="14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When sorrows, like sea-billows roll;</a:t>
            </a:r>
            <a:endParaRPr sz="14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Whatever my lot, Thou hast taught me to say,</a:t>
            </a:r>
            <a:endParaRPr sz="14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It is well, it is well with my soul.</a:t>
            </a:r>
            <a:endParaRPr sz="14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4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 b="1">
                <a:latin typeface="Lexend"/>
                <a:ea typeface="Lexend"/>
                <a:cs typeface="Lexend"/>
                <a:sym typeface="Lexend"/>
              </a:rPr>
              <a:t>Chorus:</a:t>
            </a:r>
            <a:endParaRPr sz="1400" b="1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It is well with my soul,</a:t>
            </a:r>
            <a:endParaRPr sz="14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It is well, it is well with my soul.</a:t>
            </a:r>
            <a:endParaRPr sz="14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4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 b="1">
                <a:latin typeface="Lexend"/>
                <a:ea typeface="Lexend"/>
                <a:cs typeface="Lexend"/>
                <a:sym typeface="Lexend"/>
              </a:rPr>
              <a:t>Verse 2:</a:t>
            </a:r>
            <a:endParaRPr sz="1400" b="1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Though Satan should buffet, though trials should come,</a:t>
            </a:r>
            <a:endParaRPr sz="14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Let this blest assurance control,</a:t>
            </a:r>
            <a:endParaRPr sz="14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That Christ hath regarded my helpless estate,</a:t>
            </a:r>
            <a:endParaRPr sz="14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And hath shed His own blood for my soul.</a:t>
            </a:r>
            <a:endParaRPr sz="1400"/>
          </a:p>
        </p:txBody>
      </p:sp>
      <p:sp>
        <p:nvSpPr>
          <p:cNvPr id="399" name="Google Shape;399;p8"/>
          <p:cNvSpPr txBox="1"/>
          <p:nvPr/>
        </p:nvSpPr>
        <p:spPr>
          <a:xfrm>
            <a:off x="5003650" y="1565175"/>
            <a:ext cx="4011600" cy="452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Verse 3:</a:t>
            </a:r>
            <a:endParaRPr sz="1400" b="1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 b="0" i="0" u="none" strike="noStrike" cap="non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My sin, O the bliss of this glorious thought!</a:t>
            </a:r>
            <a:endParaRPr sz="1400" b="0" i="0" u="none" strike="noStrike" cap="none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 b="0" i="0" u="none" strike="noStrike" cap="non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My sin, not in part but the whole,</a:t>
            </a:r>
            <a:endParaRPr sz="1400" b="0" i="0" u="none" strike="noStrike" cap="none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 b="0" i="0" u="none" strike="noStrike" cap="non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Is nailed to His Cross, and I bear it no more;</a:t>
            </a:r>
            <a:endParaRPr sz="1400" b="0" i="0" u="none" strike="noStrike" cap="none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 b="0" i="0" u="none" strike="noStrike" cap="non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Praise the Lord, praise the Lord, O my soul!</a:t>
            </a:r>
            <a:endParaRPr sz="1400" b="0" i="0" u="none" strike="noStrike" cap="none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Verse 4:</a:t>
            </a:r>
            <a:endParaRPr sz="1400" b="1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 b="0" i="0" u="none" strike="noStrike" cap="non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For me be it Christ, be it Christ hence to live!</a:t>
            </a:r>
            <a:endParaRPr sz="1400" b="0" i="0" u="none" strike="noStrike" cap="none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 b="0" i="0" u="none" strike="noStrike" cap="non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If death’s waters o’er me shall roll</a:t>
            </a:r>
            <a:endParaRPr sz="1400" b="0" i="0" u="none" strike="noStrike" cap="none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 b="0" i="0" u="none" strike="noStrike" cap="non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No pang shall be mine, for in death as in life,</a:t>
            </a:r>
            <a:endParaRPr sz="1400" b="0" i="0" u="none" strike="noStrike" cap="none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 b="0" i="0" u="none" strike="noStrike" cap="non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Thou wilt whisper Thy peace to my soul.</a:t>
            </a:r>
            <a:endParaRPr sz="1400" b="0" i="0" u="none" strike="noStrike" cap="none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Verse 5:</a:t>
            </a:r>
            <a:endParaRPr sz="1400" b="1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 b="0" i="0" u="none" strike="noStrike" cap="non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But, Lord, ’tis for Thee, for Thy coming we wait;</a:t>
            </a:r>
            <a:endParaRPr sz="1400" b="0" i="0" u="none" strike="noStrike" cap="none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 b="0" i="0" u="none" strike="noStrike" cap="non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The sky, not the grave is our goal:</a:t>
            </a:r>
            <a:endParaRPr sz="1400" b="0" i="0" u="none" strike="noStrike" cap="none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 b="0" i="0" u="none" strike="noStrike" cap="non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O trump of the angel! O voice of the Lord!</a:t>
            </a:r>
            <a:endParaRPr sz="1400" b="0" i="0" u="none" strike="noStrike" cap="none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 b="0" i="0" u="none" strike="noStrike" cap="non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Blessed hope! Blessed rest of my soul!</a:t>
            </a:r>
            <a:endParaRPr sz="1400" b="0" i="0" u="none" strike="noStrike" cap="none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400" b="1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9"/>
          <p:cNvSpPr txBox="1">
            <a:spLocks noGrp="1"/>
          </p:cNvSpPr>
          <p:nvPr>
            <p:ph type="title"/>
          </p:nvPr>
        </p:nvSpPr>
        <p:spPr>
          <a:xfrm>
            <a:off x="311700" y="617233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u="sng"/>
              <a:t>The Love that Jesus had for me</a:t>
            </a:r>
            <a:endParaRPr u="sng"/>
          </a:p>
        </p:txBody>
      </p:sp>
      <p:sp>
        <p:nvSpPr>
          <p:cNvPr id="405" name="Google Shape;405;p9"/>
          <p:cNvSpPr txBox="1">
            <a:spLocks noGrp="1"/>
          </p:cNvSpPr>
          <p:nvPr>
            <p:ph type="body" idx="1"/>
          </p:nvPr>
        </p:nvSpPr>
        <p:spPr>
          <a:xfrm>
            <a:off x="311700" y="1536625"/>
            <a:ext cx="43980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 b="1">
                <a:latin typeface="Lexend"/>
                <a:ea typeface="Lexend"/>
                <a:cs typeface="Lexend"/>
                <a:sym typeface="Lexend"/>
              </a:rPr>
              <a:t>Verse 1:</a:t>
            </a:r>
            <a:endParaRPr sz="1400" b="1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The love that Jesus had for me,</a:t>
            </a:r>
            <a:endParaRPr sz="14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To suffer on the cruel tree,</a:t>
            </a:r>
            <a:endParaRPr sz="14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That I a ransomed soul might be,</a:t>
            </a:r>
            <a:endParaRPr sz="14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Is more than tongue can tell.</a:t>
            </a:r>
            <a:endParaRPr sz="14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4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 b="1">
                <a:latin typeface="Lexend"/>
                <a:ea typeface="Lexend"/>
                <a:cs typeface="Lexend"/>
                <a:sym typeface="Lexend"/>
              </a:rPr>
              <a:t>Chorus:</a:t>
            </a:r>
            <a:endParaRPr sz="14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His love is more than tongue can tell;</a:t>
            </a:r>
            <a:endParaRPr sz="14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His love is more than tongue can tell;</a:t>
            </a:r>
            <a:endParaRPr sz="14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The love that Jesus had for me</a:t>
            </a:r>
            <a:endParaRPr sz="14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Is more than tongue can tell.</a:t>
            </a:r>
            <a:endParaRPr sz="14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4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 b="1">
                <a:latin typeface="Lexend"/>
                <a:ea typeface="Lexend"/>
                <a:cs typeface="Lexend"/>
                <a:sym typeface="Lexend"/>
              </a:rPr>
              <a:t>Verse 2:</a:t>
            </a:r>
            <a:endParaRPr sz="14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The many sorrows that He bore,</a:t>
            </a:r>
            <a:endParaRPr sz="14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And O, the crown of thorns He wore,</a:t>
            </a:r>
            <a:endParaRPr sz="14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That I might live for evermore,</a:t>
            </a:r>
            <a:endParaRPr sz="14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Is more than tongue can tell.</a:t>
            </a:r>
            <a:endParaRPr sz="1400"/>
          </a:p>
        </p:txBody>
      </p:sp>
      <p:sp>
        <p:nvSpPr>
          <p:cNvPr id="406" name="Google Shape;406;p9"/>
          <p:cNvSpPr txBox="1">
            <a:spLocks noGrp="1"/>
          </p:cNvSpPr>
          <p:nvPr>
            <p:ph type="body" idx="1"/>
          </p:nvPr>
        </p:nvSpPr>
        <p:spPr>
          <a:xfrm>
            <a:off x="4746125" y="1536625"/>
            <a:ext cx="43980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 b="1">
                <a:latin typeface="Lexend"/>
                <a:ea typeface="Lexend"/>
                <a:cs typeface="Lexend"/>
                <a:sym typeface="Lexend"/>
              </a:rPr>
              <a:t>Verse 3:</a:t>
            </a:r>
            <a:endParaRPr sz="1400" b="1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The peace I have in Him, my Lord,</a:t>
            </a:r>
            <a:endParaRPr sz="14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Who pleads before the throne of God,</a:t>
            </a:r>
            <a:endParaRPr sz="14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The merits of His precious blood</a:t>
            </a:r>
            <a:endParaRPr sz="14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Is more than tongue can tell.</a:t>
            </a:r>
            <a:endParaRPr sz="14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endParaRPr sz="14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 b="1">
                <a:latin typeface="Lexend"/>
                <a:ea typeface="Lexend"/>
                <a:cs typeface="Lexend"/>
                <a:sym typeface="Lexend"/>
              </a:rPr>
              <a:t>Verse 4:</a:t>
            </a:r>
            <a:endParaRPr sz="14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The joy that comes when He is near,</a:t>
            </a:r>
            <a:endParaRPr sz="14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The rest He gives, so free from fear,</a:t>
            </a:r>
            <a:endParaRPr sz="14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The hope in Him so bright and clear,</a:t>
            </a:r>
            <a:endParaRPr sz="14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Is more than tongue can tell.</a:t>
            </a:r>
            <a:endParaRPr sz="1400"/>
          </a:p>
        </p:txBody>
      </p:sp>
      <p:sp>
        <p:nvSpPr>
          <p:cNvPr id="407" name="Google Shape;407;p9">
            <a:hlinkClick r:id="rId3" action="ppaction://hlinksldjump"/>
          </p:cNvPr>
          <p:cNvSpPr/>
          <p:nvPr/>
        </p:nvSpPr>
        <p:spPr>
          <a:xfrm>
            <a:off x="8456375" y="5868733"/>
            <a:ext cx="558900" cy="763500"/>
          </a:xfrm>
          <a:prstGeom prst="ellipse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10"/>
          <p:cNvSpPr txBox="1">
            <a:spLocks noGrp="1"/>
          </p:cNvSpPr>
          <p:nvPr>
            <p:ph type="title"/>
          </p:nvPr>
        </p:nvSpPr>
        <p:spPr>
          <a:xfrm>
            <a:off x="311700" y="617233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u="sng"/>
              <a:t>And can it be</a:t>
            </a:r>
            <a:endParaRPr u="sng"/>
          </a:p>
        </p:txBody>
      </p:sp>
      <p:sp>
        <p:nvSpPr>
          <p:cNvPr id="413" name="Google Shape;413;p10"/>
          <p:cNvSpPr txBox="1">
            <a:spLocks noGrp="1"/>
          </p:cNvSpPr>
          <p:nvPr>
            <p:ph type="body" idx="1"/>
          </p:nvPr>
        </p:nvSpPr>
        <p:spPr>
          <a:xfrm>
            <a:off x="311700" y="1536625"/>
            <a:ext cx="43980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 b="1">
                <a:latin typeface="Lexend"/>
                <a:ea typeface="Lexend"/>
                <a:cs typeface="Lexend"/>
                <a:sym typeface="Lexend"/>
              </a:rPr>
              <a:t>Verse 1:</a:t>
            </a:r>
            <a:endParaRPr sz="1400" b="1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And can it be that I should gain</a:t>
            </a:r>
            <a:endParaRPr sz="14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An interest in the Saviour's blood</a:t>
            </a:r>
            <a:endParaRPr sz="14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Died He for me, who caused His pain</a:t>
            </a:r>
            <a:endParaRPr sz="14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For me, who Him to death pursued</a:t>
            </a:r>
            <a:endParaRPr sz="14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Amazing love! how can it be</a:t>
            </a:r>
            <a:endParaRPr sz="14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That Thou, my God, shouldst die for me</a:t>
            </a:r>
            <a:endParaRPr sz="14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4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 b="1">
                <a:latin typeface="Lexend"/>
                <a:ea typeface="Lexend"/>
                <a:cs typeface="Lexend"/>
                <a:sym typeface="Lexend"/>
              </a:rPr>
              <a:t>Verse 2:</a:t>
            </a:r>
            <a:endParaRPr sz="1400" b="1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'Tis mystery all! The Immortal dies!</a:t>
            </a:r>
            <a:endParaRPr sz="14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Who can explore His strange design</a:t>
            </a:r>
            <a:endParaRPr sz="14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In vain the first-born seraph tries</a:t>
            </a:r>
            <a:endParaRPr sz="14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To sound the depths of love divine.</a:t>
            </a:r>
            <a:endParaRPr sz="14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'Tis mercy all! let earth adore,</a:t>
            </a:r>
            <a:endParaRPr sz="14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Let angel minds inquire no more.</a:t>
            </a:r>
            <a:endParaRPr sz="14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4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 b="1">
                <a:latin typeface="Lexend"/>
                <a:ea typeface="Lexend"/>
                <a:cs typeface="Lexend"/>
                <a:sym typeface="Lexend"/>
              </a:rPr>
              <a:t>Verse 3:</a:t>
            </a:r>
            <a:endParaRPr sz="1400" b="1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He left His Father's throne above,</a:t>
            </a:r>
            <a:endParaRPr sz="14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So free, so infinite His grace;</a:t>
            </a:r>
            <a:endParaRPr sz="14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Humbled Himself and in His love</a:t>
            </a:r>
            <a:endParaRPr sz="14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He bled for Adam's helpless race;</a:t>
            </a:r>
            <a:endParaRPr sz="14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'Tis mercy all, immense and free;</a:t>
            </a:r>
            <a:endParaRPr sz="14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For, O my God, it found out me.</a:t>
            </a:r>
            <a:endParaRPr sz="14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400"/>
          </a:p>
        </p:txBody>
      </p:sp>
      <p:sp>
        <p:nvSpPr>
          <p:cNvPr id="414" name="Google Shape;414;p10"/>
          <p:cNvSpPr txBox="1">
            <a:spLocks noGrp="1"/>
          </p:cNvSpPr>
          <p:nvPr>
            <p:ph type="body" idx="1"/>
          </p:nvPr>
        </p:nvSpPr>
        <p:spPr>
          <a:xfrm>
            <a:off x="4746125" y="1536625"/>
            <a:ext cx="43980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 b="1">
                <a:latin typeface="Lexend"/>
                <a:ea typeface="Lexend"/>
                <a:cs typeface="Lexend"/>
                <a:sym typeface="Lexend"/>
              </a:rPr>
              <a:t>Verse 4:</a:t>
            </a:r>
            <a:endParaRPr sz="1400" b="1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Long my imprisoned spirit lay</a:t>
            </a:r>
            <a:endParaRPr sz="14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Fast bound in sin and nature's night;</a:t>
            </a:r>
            <a:endParaRPr sz="14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Thine eye diffused a quickening ray,</a:t>
            </a:r>
            <a:endParaRPr sz="14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I woke, the dungeon flamed with light;</a:t>
            </a:r>
            <a:endParaRPr sz="14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My chains fell off, my heart was free;</a:t>
            </a:r>
            <a:endParaRPr sz="14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I rose, went forth, and followed Thee.</a:t>
            </a:r>
            <a:endParaRPr sz="14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endParaRPr sz="14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r>
              <a:rPr lang="en" sz="1400" b="1">
                <a:latin typeface="Lexend"/>
                <a:ea typeface="Lexend"/>
                <a:cs typeface="Lexend"/>
                <a:sym typeface="Lexend"/>
              </a:rPr>
              <a:t>Verse 5:</a:t>
            </a:r>
            <a:endParaRPr sz="1400" b="1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No condemnation now I dread;</a:t>
            </a:r>
            <a:endParaRPr sz="14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Jesus, and all in Him, is mine!</a:t>
            </a:r>
            <a:endParaRPr sz="14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Alive in Him, my living Head,</a:t>
            </a:r>
            <a:endParaRPr sz="14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And clothed in righteousness divine,</a:t>
            </a:r>
            <a:endParaRPr sz="14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Bold I approach the eternal throne</a:t>
            </a:r>
            <a:endParaRPr sz="14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And claim the crown, through Christ my own.</a:t>
            </a:r>
            <a:endParaRPr sz="1400"/>
          </a:p>
        </p:txBody>
      </p:sp>
      <p:sp>
        <p:nvSpPr>
          <p:cNvPr id="415" name="Google Shape;415;p10">
            <a:hlinkClick r:id="rId3" action="ppaction://hlinksldjump"/>
          </p:cNvPr>
          <p:cNvSpPr/>
          <p:nvPr/>
        </p:nvSpPr>
        <p:spPr>
          <a:xfrm>
            <a:off x="8456375" y="5868733"/>
            <a:ext cx="558900" cy="763500"/>
          </a:xfrm>
          <a:prstGeom prst="ellipse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11"/>
          <p:cNvSpPr txBox="1">
            <a:spLocks noGrp="1"/>
          </p:cNvSpPr>
          <p:nvPr>
            <p:ph type="title"/>
          </p:nvPr>
        </p:nvSpPr>
        <p:spPr>
          <a:xfrm>
            <a:off x="311700" y="617233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u="sng"/>
              <a:t>Love sent my Savior</a:t>
            </a:r>
            <a:endParaRPr u="sng"/>
          </a:p>
        </p:txBody>
      </p:sp>
      <p:sp>
        <p:nvSpPr>
          <p:cNvPr id="421" name="Google Shape;421;p11"/>
          <p:cNvSpPr txBox="1">
            <a:spLocks noGrp="1"/>
          </p:cNvSpPr>
          <p:nvPr>
            <p:ph type="body" idx="1"/>
          </p:nvPr>
        </p:nvSpPr>
        <p:spPr>
          <a:xfrm>
            <a:off x="311700" y="1536625"/>
            <a:ext cx="43980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 b="1">
                <a:latin typeface="Lexend"/>
                <a:ea typeface="Lexend"/>
                <a:cs typeface="Lexend"/>
                <a:sym typeface="Lexend"/>
              </a:rPr>
              <a:t>Verse 1:</a:t>
            </a:r>
            <a:endParaRPr sz="1400" b="1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Love sent my Saviour to die in my stead,</a:t>
            </a:r>
            <a:endParaRPr sz="14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Why should He love me so?</a:t>
            </a:r>
            <a:endParaRPr sz="14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Meekly to Calvary's cross He was led,</a:t>
            </a:r>
            <a:endParaRPr sz="14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Why should He love me so?</a:t>
            </a:r>
            <a:endParaRPr sz="14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4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 b="1">
                <a:latin typeface="Lexend"/>
                <a:ea typeface="Lexend"/>
                <a:cs typeface="Lexend"/>
                <a:sym typeface="Lexend"/>
              </a:rPr>
              <a:t>Chorus:</a:t>
            </a:r>
            <a:endParaRPr sz="14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Why should He love me so?</a:t>
            </a:r>
            <a:endParaRPr sz="14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Why should He love me so?</a:t>
            </a:r>
            <a:endParaRPr sz="14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Why should my Saviour to Calvary go?</a:t>
            </a:r>
            <a:endParaRPr sz="14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Why should He love me so?</a:t>
            </a:r>
            <a:endParaRPr sz="14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4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400"/>
          </a:p>
        </p:txBody>
      </p:sp>
      <p:sp>
        <p:nvSpPr>
          <p:cNvPr id="422" name="Google Shape;422;p11"/>
          <p:cNvSpPr txBox="1">
            <a:spLocks noGrp="1"/>
          </p:cNvSpPr>
          <p:nvPr>
            <p:ph type="body" idx="1"/>
          </p:nvPr>
        </p:nvSpPr>
        <p:spPr>
          <a:xfrm>
            <a:off x="4746125" y="1536625"/>
            <a:ext cx="43980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 b="1">
                <a:latin typeface="Lexend"/>
                <a:ea typeface="Lexend"/>
                <a:cs typeface="Lexend"/>
                <a:sym typeface="Lexend"/>
              </a:rPr>
              <a:t>Verse 2:</a:t>
            </a:r>
            <a:endParaRPr sz="14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Nails pierced His hands and His feet for my sin,</a:t>
            </a:r>
            <a:endParaRPr sz="14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Why should He love me so?</a:t>
            </a:r>
            <a:endParaRPr sz="14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He suffered sore my salvation to win,</a:t>
            </a:r>
            <a:endParaRPr sz="14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Why should He love me so?</a:t>
            </a:r>
            <a:endParaRPr sz="14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4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 b="1">
                <a:latin typeface="Lexend"/>
                <a:ea typeface="Lexend"/>
                <a:cs typeface="Lexend"/>
                <a:sym typeface="Lexend"/>
              </a:rPr>
              <a:t>Verse 3:</a:t>
            </a:r>
            <a:endParaRPr sz="14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O how He agonized there in my place,</a:t>
            </a:r>
            <a:endParaRPr sz="14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Why should He love me so?</a:t>
            </a:r>
            <a:endParaRPr sz="14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Nothing withholding my sin to efface,</a:t>
            </a:r>
            <a:endParaRPr sz="14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Why should He love me so?</a:t>
            </a:r>
            <a:endParaRPr sz="14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endParaRPr sz="14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3" name="Google Shape;423;p11">
            <a:hlinkClick r:id="rId3" action="ppaction://hlinksldjump"/>
          </p:cNvPr>
          <p:cNvSpPr/>
          <p:nvPr/>
        </p:nvSpPr>
        <p:spPr>
          <a:xfrm>
            <a:off x="8456375" y="5868733"/>
            <a:ext cx="558900" cy="763500"/>
          </a:xfrm>
          <a:prstGeom prst="ellipse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12"/>
          <p:cNvSpPr txBox="1">
            <a:spLocks noGrp="1"/>
          </p:cNvSpPr>
          <p:nvPr>
            <p:ph type="title"/>
          </p:nvPr>
        </p:nvSpPr>
        <p:spPr>
          <a:xfrm>
            <a:off x="311700" y="617233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u="sng"/>
              <a:t>I seek no other argument</a:t>
            </a:r>
            <a:endParaRPr u="sng"/>
          </a:p>
        </p:txBody>
      </p:sp>
      <p:sp>
        <p:nvSpPr>
          <p:cNvPr id="429" name="Google Shape;429;p12"/>
          <p:cNvSpPr txBox="1">
            <a:spLocks noGrp="1"/>
          </p:cNvSpPr>
          <p:nvPr>
            <p:ph type="body" idx="1"/>
          </p:nvPr>
        </p:nvSpPr>
        <p:spPr>
          <a:xfrm>
            <a:off x="311700" y="1536625"/>
            <a:ext cx="43980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 b="1">
                <a:latin typeface="Lexend"/>
                <a:ea typeface="Lexend"/>
                <a:cs typeface="Lexend"/>
                <a:sym typeface="Lexend"/>
              </a:rPr>
              <a:t>Verse 1:</a:t>
            </a:r>
            <a:endParaRPr sz="1400" b="1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The Lamb of God for sinners died,</a:t>
            </a:r>
            <a:endParaRPr sz="14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A victim on the tree;</a:t>
            </a:r>
            <a:endParaRPr sz="14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He gave Himself a sacrifice,</a:t>
            </a:r>
            <a:endParaRPr sz="14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To set the guilty free.</a:t>
            </a:r>
            <a:endParaRPr sz="14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4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 b="1">
                <a:latin typeface="Lexend"/>
                <a:ea typeface="Lexend"/>
                <a:cs typeface="Lexend"/>
                <a:sym typeface="Lexend"/>
              </a:rPr>
              <a:t>Chorus:</a:t>
            </a:r>
            <a:endParaRPr sz="14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I seek no other argument,</a:t>
            </a:r>
            <a:endParaRPr sz="14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I want no other plea,</a:t>
            </a:r>
            <a:endParaRPr sz="14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It is enough that Jesus died</a:t>
            </a:r>
            <a:endParaRPr sz="14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And rose again for me.</a:t>
            </a:r>
            <a:endParaRPr sz="14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4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400"/>
          </a:p>
        </p:txBody>
      </p:sp>
      <p:sp>
        <p:nvSpPr>
          <p:cNvPr id="430" name="Google Shape;430;p12"/>
          <p:cNvSpPr txBox="1">
            <a:spLocks noGrp="1"/>
          </p:cNvSpPr>
          <p:nvPr>
            <p:ph type="body" idx="1"/>
          </p:nvPr>
        </p:nvSpPr>
        <p:spPr>
          <a:xfrm>
            <a:off x="4709700" y="1536625"/>
            <a:ext cx="43980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 b="1">
                <a:latin typeface="Lexend"/>
                <a:ea typeface="Lexend"/>
                <a:cs typeface="Lexend"/>
                <a:sym typeface="Lexend"/>
              </a:rPr>
              <a:t>Verse 2:</a:t>
            </a:r>
            <a:endParaRPr sz="14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The great Redeemer left the throne,</a:t>
            </a:r>
            <a:endParaRPr sz="14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The radiant throne on high,</a:t>
            </a:r>
            <a:endParaRPr sz="14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Surprising mercy! love unknown!</a:t>
            </a:r>
            <a:endParaRPr sz="14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To suffer, bleed, and die!</a:t>
            </a:r>
            <a:endParaRPr sz="14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4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 b="1">
                <a:latin typeface="Lexend"/>
                <a:ea typeface="Lexend"/>
                <a:cs typeface="Lexend"/>
                <a:sym typeface="Lexend"/>
              </a:rPr>
              <a:t>Verse 3:</a:t>
            </a:r>
            <a:endParaRPr sz="14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He took the guilty sinner's place,</a:t>
            </a:r>
            <a:endParaRPr sz="14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And suffered in his stead;</a:t>
            </a:r>
            <a:endParaRPr sz="14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For man (O miracle of grace!)</a:t>
            </a:r>
            <a:endParaRPr sz="14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For man, the Saviour bled.</a:t>
            </a:r>
            <a:endParaRPr sz="14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endParaRPr sz="14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31" name="Google Shape;431;p12">
            <a:hlinkClick r:id="rId3" action="ppaction://hlinksldjump"/>
          </p:cNvPr>
          <p:cNvSpPr/>
          <p:nvPr/>
        </p:nvSpPr>
        <p:spPr>
          <a:xfrm>
            <a:off x="8456375" y="5868733"/>
            <a:ext cx="558900" cy="763500"/>
          </a:xfrm>
          <a:prstGeom prst="ellipse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13"/>
          <p:cNvSpPr txBox="1">
            <a:spLocks noGrp="1"/>
          </p:cNvSpPr>
          <p:nvPr>
            <p:ph type="title"/>
          </p:nvPr>
        </p:nvSpPr>
        <p:spPr>
          <a:xfrm>
            <a:off x="311700" y="617233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u="sng"/>
              <a:t>Was it for me</a:t>
            </a:r>
            <a:endParaRPr u="sng"/>
          </a:p>
        </p:txBody>
      </p:sp>
      <p:sp>
        <p:nvSpPr>
          <p:cNvPr id="437" name="Google Shape;437;p13"/>
          <p:cNvSpPr txBox="1">
            <a:spLocks noGrp="1"/>
          </p:cNvSpPr>
          <p:nvPr>
            <p:ph type="body" idx="1"/>
          </p:nvPr>
        </p:nvSpPr>
        <p:spPr>
          <a:xfrm>
            <a:off x="311700" y="1536625"/>
            <a:ext cx="43980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 b="1">
                <a:latin typeface="Lexend"/>
                <a:ea typeface="Lexend"/>
                <a:cs typeface="Lexend"/>
                <a:sym typeface="Lexend"/>
              </a:rPr>
              <a:t>Verse 1:</a:t>
            </a:r>
            <a:endParaRPr sz="1400" b="1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Was it for me, for me alone,</a:t>
            </a:r>
            <a:endParaRPr sz="14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The Saviour left His glorious throne,</a:t>
            </a:r>
            <a:endParaRPr sz="14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The dazzling splendours of the sky,</a:t>
            </a:r>
            <a:endParaRPr sz="14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Was it for me He came to die?</a:t>
            </a:r>
            <a:endParaRPr sz="14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4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 b="1">
                <a:latin typeface="Lexend"/>
                <a:ea typeface="Lexend"/>
                <a:cs typeface="Lexend"/>
                <a:sym typeface="Lexend"/>
              </a:rPr>
              <a:t>Chorus:</a:t>
            </a:r>
            <a:endParaRPr sz="14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It was for me, yes, all for me;</a:t>
            </a:r>
            <a:endParaRPr sz="14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O, love of God so great, so free;</a:t>
            </a:r>
            <a:endParaRPr sz="14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O, wondrous love, I'll shout and sing,</a:t>
            </a:r>
            <a:endParaRPr sz="14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He died for me, my Lord, the King.</a:t>
            </a:r>
            <a:endParaRPr sz="14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4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 b="1">
                <a:latin typeface="Lexend"/>
                <a:ea typeface="Lexend"/>
                <a:cs typeface="Lexend"/>
                <a:sym typeface="Lexend"/>
              </a:rPr>
              <a:t>Verse 2:</a:t>
            </a:r>
            <a:endParaRPr sz="14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Was it for me sweet angel strains</a:t>
            </a:r>
            <a:endParaRPr sz="14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Came floating o'er Judea's plains,</a:t>
            </a:r>
            <a:endParaRPr sz="14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That starlight night so long ago?</a:t>
            </a:r>
            <a:endParaRPr sz="14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Was it for me God planned it so?</a:t>
            </a:r>
            <a:endParaRPr sz="1400"/>
          </a:p>
        </p:txBody>
      </p:sp>
      <p:sp>
        <p:nvSpPr>
          <p:cNvPr id="438" name="Google Shape;438;p13"/>
          <p:cNvSpPr txBox="1">
            <a:spLocks noGrp="1"/>
          </p:cNvSpPr>
          <p:nvPr>
            <p:ph type="body" idx="1"/>
          </p:nvPr>
        </p:nvSpPr>
        <p:spPr>
          <a:xfrm>
            <a:off x="4746125" y="1536625"/>
            <a:ext cx="43980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 b="1">
                <a:latin typeface="Lexend"/>
                <a:ea typeface="Lexend"/>
                <a:cs typeface="Lexend"/>
                <a:sym typeface="Lexend"/>
              </a:rPr>
              <a:t>Verse 3:</a:t>
            </a:r>
            <a:endParaRPr sz="14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Was it for me He wept and prayed,</a:t>
            </a:r>
            <a:endParaRPr sz="14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When prostrate in the garden laid,</a:t>
            </a:r>
            <a:endParaRPr sz="14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That night within Gethsemane?</a:t>
            </a:r>
            <a:endParaRPr sz="14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Was it for me, that agony?</a:t>
            </a:r>
            <a:endParaRPr sz="14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4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 b="1">
                <a:latin typeface="Lexend"/>
                <a:ea typeface="Lexend"/>
                <a:cs typeface="Lexend"/>
                <a:sym typeface="Lexend"/>
              </a:rPr>
              <a:t>Verse 4:</a:t>
            </a:r>
            <a:endParaRPr sz="14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Was it for me He bowed His head</a:t>
            </a:r>
            <a:endParaRPr sz="14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Upon the cross, and freely shed</a:t>
            </a:r>
            <a:endParaRPr sz="14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His precious blood - that crimson tide?</a:t>
            </a:r>
            <a:endParaRPr sz="14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Was it for me the Saviour died?</a:t>
            </a:r>
            <a:endParaRPr sz="14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endParaRPr sz="14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39" name="Google Shape;439;p13">
            <a:hlinkClick r:id="rId3" action="ppaction://hlinksldjump"/>
          </p:cNvPr>
          <p:cNvSpPr/>
          <p:nvPr/>
        </p:nvSpPr>
        <p:spPr>
          <a:xfrm>
            <a:off x="8456375" y="5868733"/>
            <a:ext cx="558900" cy="763500"/>
          </a:xfrm>
          <a:prstGeom prst="ellipse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13"/>
          <p:cNvSpPr txBox="1">
            <a:spLocks noGrp="1"/>
          </p:cNvSpPr>
          <p:nvPr>
            <p:ph type="title"/>
          </p:nvPr>
        </p:nvSpPr>
        <p:spPr>
          <a:xfrm>
            <a:off x="311700" y="617233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u="sng" dirty="0" smtClean="0"/>
              <a:t>Near the Cross</a:t>
            </a:r>
            <a:endParaRPr u="sng" dirty="0"/>
          </a:p>
        </p:txBody>
      </p:sp>
      <p:sp>
        <p:nvSpPr>
          <p:cNvPr id="437" name="Google Shape;437;p13"/>
          <p:cNvSpPr txBox="1">
            <a:spLocks noGrp="1"/>
          </p:cNvSpPr>
          <p:nvPr>
            <p:ph type="body" idx="1"/>
          </p:nvPr>
        </p:nvSpPr>
        <p:spPr>
          <a:xfrm>
            <a:off x="311700" y="1536625"/>
            <a:ext cx="43980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 b="1" dirty="0">
                <a:latin typeface="Lexend"/>
                <a:ea typeface="Lexend"/>
                <a:cs typeface="Lexend"/>
                <a:sym typeface="Lexend"/>
              </a:rPr>
              <a:t>Verse 1:</a:t>
            </a:r>
            <a:endParaRPr sz="1400" b="1" dirty="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 dirty="0" smtClean="0"/>
              <a:t>Jesus, keep me near the cross,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 dirty="0" smtClean="0"/>
              <a:t>There a precious fountain.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 dirty="0" smtClean="0"/>
              <a:t>Free to all, a healing stream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 dirty="0" smtClean="0"/>
              <a:t>Flows from Calvary’s mountain</a:t>
            </a:r>
            <a:endParaRPr sz="14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4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 b="1" dirty="0">
                <a:latin typeface="Lexend"/>
                <a:ea typeface="Lexend"/>
                <a:cs typeface="Lexend"/>
                <a:sym typeface="Lexend"/>
              </a:rPr>
              <a:t>Chorus:</a:t>
            </a:r>
            <a:endParaRPr sz="14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 dirty="0" smtClean="0"/>
              <a:t>In the cross, in the cross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 dirty="0" smtClean="0"/>
              <a:t>Be my glory ever;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 dirty="0" smtClean="0"/>
              <a:t>Till my </a:t>
            </a:r>
            <a:r>
              <a:rPr lang="en-US" sz="1400" dirty="0" err="1" smtClean="0"/>
              <a:t>raptured</a:t>
            </a:r>
            <a:r>
              <a:rPr lang="en-US" sz="1400" dirty="0" smtClean="0"/>
              <a:t> soul shall find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 dirty="0" smtClean="0"/>
              <a:t>Rest beyond the river</a:t>
            </a:r>
            <a:endParaRPr sz="14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4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 b="1" dirty="0">
                <a:latin typeface="Lexend"/>
                <a:ea typeface="Lexend"/>
                <a:cs typeface="Lexend"/>
                <a:sym typeface="Lexend"/>
              </a:rPr>
              <a:t>Verse 2:</a:t>
            </a:r>
            <a:endParaRPr sz="14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 dirty="0" smtClean="0"/>
              <a:t>Near the cross, a trembling soul,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 dirty="0" smtClean="0"/>
              <a:t>Love and mercy found me;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 dirty="0" smtClean="0"/>
              <a:t>There the Bright and Morning Star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 dirty="0" smtClean="0"/>
              <a:t>Shed His beams around me.</a:t>
            </a:r>
            <a:r>
              <a:rPr lang="en-US" sz="1400" dirty="0" smtClean="0"/>
              <a:t> </a:t>
            </a:r>
            <a:endParaRPr sz="1400" dirty="0"/>
          </a:p>
        </p:txBody>
      </p:sp>
      <p:sp>
        <p:nvSpPr>
          <p:cNvPr id="438" name="Google Shape;438;p13"/>
          <p:cNvSpPr txBox="1">
            <a:spLocks noGrp="1"/>
          </p:cNvSpPr>
          <p:nvPr>
            <p:ph type="body" idx="1"/>
          </p:nvPr>
        </p:nvSpPr>
        <p:spPr>
          <a:xfrm>
            <a:off x="4746125" y="1536625"/>
            <a:ext cx="43980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 b="1" dirty="0">
                <a:latin typeface="Lexend"/>
                <a:ea typeface="Lexend"/>
                <a:cs typeface="Lexend"/>
                <a:sym typeface="Lexend"/>
              </a:rPr>
              <a:t>Verse 3:</a:t>
            </a:r>
            <a:endParaRPr sz="14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 dirty="0" smtClean="0"/>
              <a:t>Near the cross, O Lamb of God,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 dirty="0" smtClean="0"/>
              <a:t>Bring its scenes before me;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 dirty="0" smtClean="0"/>
              <a:t>Help me walk from day to day,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 dirty="0" smtClean="0"/>
              <a:t>With its shadows o’er me</a:t>
            </a:r>
            <a:endParaRPr sz="14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4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 b="1" dirty="0">
                <a:latin typeface="Lexend"/>
                <a:ea typeface="Lexend"/>
                <a:cs typeface="Lexend"/>
                <a:sym typeface="Lexend"/>
              </a:rPr>
              <a:t>Verse 4:</a:t>
            </a:r>
            <a:endParaRPr sz="14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 dirty="0" smtClean="0"/>
              <a:t>Near the cross, I’ll watch and wait,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 dirty="0" smtClean="0">
                <a:latin typeface="Lexend"/>
                <a:ea typeface="Lexend"/>
                <a:cs typeface="Lexend"/>
                <a:sym typeface="Lexend"/>
              </a:rPr>
              <a:t>Hoping, trusting ever,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 dirty="0" smtClean="0">
                <a:latin typeface="Lexend"/>
                <a:ea typeface="Lexend"/>
                <a:cs typeface="Lexend"/>
                <a:sym typeface="Lexend"/>
              </a:rPr>
              <a:t>Till I reach the golden strand,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 dirty="0" smtClean="0">
                <a:latin typeface="Lexend"/>
                <a:ea typeface="Lexend"/>
                <a:cs typeface="Lexend"/>
                <a:sym typeface="Lexend"/>
              </a:rPr>
              <a:t>Just beyond the river.</a:t>
            </a:r>
            <a:endParaRPr sz="1400" dirty="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39" name="Google Shape;439;p13">
            <a:hlinkClick r:id="rId3" action="ppaction://hlinksldjump"/>
          </p:cNvPr>
          <p:cNvSpPr/>
          <p:nvPr/>
        </p:nvSpPr>
        <p:spPr>
          <a:xfrm>
            <a:off x="8456375" y="5868733"/>
            <a:ext cx="558900" cy="763500"/>
          </a:xfrm>
          <a:prstGeom prst="ellipse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14"/>
          <p:cNvSpPr txBox="1">
            <a:spLocks noGrp="1"/>
          </p:cNvSpPr>
          <p:nvPr>
            <p:ph type="title"/>
          </p:nvPr>
        </p:nvSpPr>
        <p:spPr>
          <a:xfrm>
            <a:off x="311700" y="617233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u="sng"/>
              <a:t>Just as I am</a:t>
            </a:r>
            <a:endParaRPr u="sng"/>
          </a:p>
        </p:txBody>
      </p:sp>
      <p:sp>
        <p:nvSpPr>
          <p:cNvPr id="445" name="Google Shape;445;p14"/>
          <p:cNvSpPr txBox="1">
            <a:spLocks noGrp="1"/>
          </p:cNvSpPr>
          <p:nvPr>
            <p:ph type="body" idx="1"/>
          </p:nvPr>
        </p:nvSpPr>
        <p:spPr>
          <a:xfrm>
            <a:off x="311700" y="1536625"/>
            <a:ext cx="43980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 b="1">
                <a:latin typeface="Lexend"/>
                <a:ea typeface="Lexend"/>
                <a:cs typeface="Lexend"/>
                <a:sym typeface="Lexend"/>
              </a:rPr>
              <a:t>Verse 1:</a:t>
            </a:r>
            <a:endParaRPr sz="1400" b="1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Just as I am, without one plea</a:t>
            </a:r>
            <a:endParaRPr sz="14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But that Thy blood was shed for me,</a:t>
            </a:r>
            <a:endParaRPr sz="14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And that Thou bidst me come to Thee,</a:t>
            </a:r>
            <a:endParaRPr sz="14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O Lamb of God, I come!</a:t>
            </a:r>
            <a:endParaRPr sz="14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4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 b="1">
                <a:latin typeface="Lexend"/>
                <a:ea typeface="Lexend"/>
                <a:cs typeface="Lexend"/>
                <a:sym typeface="Lexend"/>
              </a:rPr>
              <a:t>Verse 2:</a:t>
            </a:r>
            <a:endParaRPr sz="14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Just as I am, and waiting not</a:t>
            </a:r>
            <a:endParaRPr sz="14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To rid my soul of one dark blot,</a:t>
            </a:r>
            <a:endParaRPr sz="14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To Thee, whose blood can cleanse each spot,</a:t>
            </a:r>
            <a:endParaRPr sz="14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O Lamb of God, I come!</a:t>
            </a:r>
            <a:endParaRPr sz="14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4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 b="1">
                <a:latin typeface="Lexend"/>
                <a:ea typeface="Lexend"/>
                <a:cs typeface="Lexend"/>
                <a:sym typeface="Lexend"/>
              </a:rPr>
              <a:t>Verse 3:</a:t>
            </a:r>
            <a:endParaRPr sz="14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Just as I am, though tossed about</a:t>
            </a:r>
            <a:endParaRPr sz="14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With many a conflict, many a doubt,</a:t>
            </a:r>
            <a:endParaRPr sz="14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Fightings within, and foes without,</a:t>
            </a:r>
            <a:endParaRPr sz="14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O Lamb of God, I come!</a:t>
            </a:r>
            <a:endParaRPr sz="14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4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400"/>
          </a:p>
        </p:txBody>
      </p:sp>
      <p:sp>
        <p:nvSpPr>
          <p:cNvPr id="446" name="Google Shape;446;p14"/>
          <p:cNvSpPr txBox="1">
            <a:spLocks noGrp="1"/>
          </p:cNvSpPr>
          <p:nvPr>
            <p:ph type="body" idx="1"/>
          </p:nvPr>
        </p:nvSpPr>
        <p:spPr>
          <a:xfrm>
            <a:off x="4746125" y="1536625"/>
            <a:ext cx="43980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 b="1">
                <a:latin typeface="Lexend"/>
                <a:ea typeface="Lexend"/>
                <a:cs typeface="Lexend"/>
                <a:sym typeface="Lexend"/>
              </a:rPr>
              <a:t>Verse 4:</a:t>
            </a:r>
            <a:endParaRPr sz="14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Just as I am, poor, wretched, blind,</a:t>
            </a:r>
            <a:endParaRPr sz="14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Sight, riches, healing of the mind,</a:t>
            </a:r>
            <a:endParaRPr sz="14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Yea, all I need in Thee to find,</a:t>
            </a:r>
            <a:endParaRPr sz="14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O Lamb of God, I come!</a:t>
            </a:r>
            <a:endParaRPr sz="14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4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 b="1">
                <a:latin typeface="Lexend"/>
                <a:ea typeface="Lexend"/>
                <a:cs typeface="Lexend"/>
                <a:sym typeface="Lexend"/>
              </a:rPr>
              <a:t>Verse 5:</a:t>
            </a:r>
            <a:endParaRPr sz="14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Just as I am, Thou wilt receive,</a:t>
            </a:r>
            <a:endParaRPr sz="14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Wilt welcome, pardon, cleanse, relieve;</a:t>
            </a:r>
            <a:endParaRPr sz="14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Because Thy promise I believe,</a:t>
            </a:r>
            <a:endParaRPr sz="14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O Lamb of God, I come!</a:t>
            </a:r>
            <a:endParaRPr sz="14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4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 b="1">
                <a:latin typeface="Lexend"/>
                <a:ea typeface="Lexend"/>
                <a:cs typeface="Lexend"/>
                <a:sym typeface="Lexend"/>
              </a:rPr>
              <a:t>Verse 6:</a:t>
            </a:r>
            <a:endParaRPr sz="14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Just as I am, Thy love unknown</a:t>
            </a:r>
            <a:endParaRPr sz="14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Has broken every barrier down;</a:t>
            </a:r>
            <a:endParaRPr sz="14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Now to be Thine, yea, Thine alone,</a:t>
            </a:r>
            <a:endParaRPr sz="14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O Lamb of God, I come!</a:t>
            </a:r>
            <a:endParaRPr sz="14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endParaRPr sz="14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7" name="Google Shape;447;p14">
            <a:hlinkClick r:id="rId3" action="ppaction://hlinksldjump"/>
          </p:cNvPr>
          <p:cNvSpPr/>
          <p:nvPr/>
        </p:nvSpPr>
        <p:spPr>
          <a:xfrm>
            <a:off x="8456375" y="5868733"/>
            <a:ext cx="558900" cy="763500"/>
          </a:xfrm>
          <a:prstGeom prst="ellipse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14"/>
          <p:cNvSpPr txBox="1">
            <a:spLocks noGrp="1"/>
          </p:cNvSpPr>
          <p:nvPr>
            <p:ph type="title"/>
          </p:nvPr>
        </p:nvSpPr>
        <p:spPr>
          <a:xfrm>
            <a:off x="311700" y="617233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 u="sng" dirty="0" smtClean="0"/>
              <a:t>My Soul in Sad Exile</a:t>
            </a:r>
            <a:endParaRPr u="sng" dirty="0"/>
          </a:p>
        </p:txBody>
      </p:sp>
      <p:sp>
        <p:nvSpPr>
          <p:cNvPr id="445" name="Google Shape;445;p14"/>
          <p:cNvSpPr txBox="1">
            <a:spLocks noGrp="1"/>
          </p:cNvSpPr>
          <p:nvPr>
            <p:ph type="body" idx="1"/>
          </p:nvPr>
        </p:nvSpPr>
        <p:spPr>
          <a:xfrm>
            <a:off x="311700" y="1536625"/>
            <a:ext cx="43980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 b="1" dirty="0">
                <a:latin typeface="Lexend"/>
                <a:ea typeface="Lexend"/>
                <a:cs typeface="Lexend"/>
                <a:sym typeface="Lexend"/>
              </a:rPr>
              <a:t>Verse 1:</a:t>
            </a:r>
            <a:endParaRPr sz="1400" b="1" dirty="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 dirty="0" smtClean="0"/>
              <a:t>My soul is sad exile was out on life’s sea,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 dirty="0" smtClean="0"/>
              <a:t>So burdened with sin and distresses.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 dirty="0" smtClean="0"/>
              <a:t>‘Till I heard a sweet voice saying, “Make me your choice.”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 dirty="0" smtClean="0"/>
              <a:t>And I entered the haven of rest.</a:t>
            </a:r>
            <a:endParaRPr sz="14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4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 b="1" dirty="0" smtClean="0">
                <a:latin typeface="Lexend"/>
                <a:sym typeface="Lexend"/>
              </a:rPr>
              <a:t>Chorus: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 dirty="0" smtClean="0">
                <a:latin typeface="Lexend"/>
                <a:sym typeface="Lexend"/>
              </a:rPr>
              <a:t>I’ve anchored my soul in the haven od rest,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 dirty="0" smtClean="0">
                <a:latin typeface="Lexend"/>
                <a:sym typeface="Lexend"/>
              </a:rPr>
              <a:t>I’ll sail the wide seas no more;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 dirty="0" smtClean="0">
                <a:latin typeface="Lexend"/>
                <a:sym typeface="Lexend"/>
              </a:rPr>
              <a:t>The tempest may sweep o’er the wild stormy deep,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 dirty="0" smtClean="0">
                <a:latin typeface="Lexend"/>
                <a:sym typeface="Lexend"/>
              </a:rPr>
              <a:t>In Jesus I’m safe evermore.</a:t>
            </a:r>
            <a:endParaRPr lang="en" sz="1400" dirty="0" smtClean="0">
              <a:latin typeface="Lexend"/>
              <a:sym typeface="Lexend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400" dirty="0"/>
          </a:p>
        </p:txBody>
      </p:sp>
      <p:sp>
        <p:nvSpPr>
          <p:cNvPr id="446" name="Google Shape;446;p14"/>
          <p:cNvSpPr txBox="1">
            <a:spLocks noGrp="1"/>
          </p:cNvSpPr>
          <p:nvPr>
            <p:ph type="body" idx="1"/>
          </p:nvPr>
        </p:nvSpPr>
        <p:spPr>
          <a:xfrm>
            <a:off x="4746125" y="1536625"/>
            <a:ext cx="43980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SzPts val="1100"/>
              <a:buNone/>
            </a:pPr>
            <a:r>
              <a:rPr lang="en-US" sz="1400" b="1" dirty="0" smtClean="0">
                <a:latin typeface="Lexend"/>
                <a:ea typeface="Lexend"/>
                <a:cs typeface="Lexend"/>
                <a:sym typeface="Lexend"/>
              </a:rPr>
              <a:t>Verse 2:</a:t>
            </a:r>
            <a:endParaRPr lang="en-US" sz="1400" dirty="0" smtClean="0"/>
          </a:p>
          <a:p>
            <a:pPr marL="0" lvl="0" indent="0">
              <a:buSzPts val="1100"/>
              <a:buNone/>
            </a:pPr>
            <a:r>
              <a:rPr lang="en-US" sz="1400" dirty="0" smtClean="0"/>
              <a:t>I yielded myself to His tender embrace,</a:t>
            </a:r>
          </a:p>
          <a:p>
            <a:pPr marL="0" lvl="0" indent="0">
              <a:buSzPts val="1100"/>
              <a:buNone/>
            </a:pPr>
            <a:r>
              <a:rPr lang="en-US" sz="1400" dirty="0" smtClean="0"/>
              <a:t>And faith taking hold of the Word,</a:t>
            </a:r>
          </a:p>
          <a:p>
            <a:pPr marL="0" lvl="0" indent="0">
              <a:buSzPts val="1100"/>
              <a:buNone/>
            </a:pPr>
            <a:r>
              <a:rPr lang="en-US" sz="1400" dirty="0" smtClean="0"/>
              <a:t>My fetters fell off, and I anchored my soul;</a:t>
            </a:r>
          </a:p>
          <a:p>
            <a:pPr marL="0" lvl="0" indent="0">
              <a:buSzPts val="1100"/>
              <a:buNone/>
            </a:pPr>
            <a:r>
              <a:rPr lang="en-US" sz="1400" dirty="0" smtClean="0"/>
              <a:t>The haven of rest is my lord.</a:t>
            </a:r>
          </a:p>
          <a:p>
            <a:pPr marL="0" lvl="0" indent="0">
              <a:buSzPts val="1100"/>
              <a:buNone/>
            </a:pPr>
            <a:endParaRPr lang="en-US" sz="1400" dirty="0" smtClean="0"/>
          </a:p>
          <a:p>
            <a:pPr marL="0" lvl="0" indent="0">
              <a:buSzPts val="1100"/>
              <a:buNone/>
            </a:pPr>
            <a:r>
              <a:rPr lang="en-US" sz="1400" b="1" dirty="0" smtClean="0"/>
              <a:t>Verse 3:</a:t>
            </a:r>
          </a:p>
          <a:p>
            <a:pPr marL="0" lvl="0" indent="0">
              <a:buSzPts val="1100"/>
              <a:buNone/>
            </a:pPr>
            <a:r>
              <a:rPr lang="en-US" sz="1400" dirty="0" smtClean="0"/>
              <a:t>O come to the </a:t>
            </a:r>
            <a:r>
              <a:rPr lang="en-US" sz="1400" dirty="0" err="1" smtClean="0"/>
              <a:t>Saviour</a:t>
            </a:r>
            <a:r>
              <a:rPr lang="en-US" sz="1400" dirty="0" smtClean="0"/>
              <a:t>! He patiently waits</a:t>
            </a:r>
          </a:p>
          <a:p>
            <a:pPr marL="0" lvl="0" indent="0">
              <a:buSzPts val="1100"/>
              <a:buNone/>
            </a:pPr>
            <a:r>
              <a:rPr lang="en-US" sz="1400" dirty="0" smtClean="0"/>
              <a:t>To save by His power divine;</a:t>
            </a:r>
          </a:p>
          <a:p>
            <a:pPr marL="0" lvl="0" indent="0">
              <a:buSzPts val="1100"/>
              <a:buNone/>
            </a:pPr>
            <a:r>
              <a:rPr lang="en-US" sz="1400" dirty="0" smtClean="0"/>
              <a:t>Come, anchor your soul in the haven of rest,</a:t>
            </a:r>
          </a:p>
          <a:p>
            <a:pPr marL="0" lvl="0" indent="0">
              <a:buSzPts val="1100"/>
              <a:buNone/>
            </a:pPr>
            <a:r>
              <a:rPr lang="en-US" sz="1400" dirty="0" smtClean="0"/>
              <a:t>And say, “My beloved is mine.”</a:t>
            </a:r>
            <a:endParaRPr lang="en-US" sz="1400" dirty="0"/>
          </a:p>
        </p:txBody>
      </p:sp>
      <p:sp>
        <p:nvSpPr>
          <p:cNvPr id="447" name="Google Shape;447;p14">
            <a:hlinkClick r:id="rId3" action="ppaction://hlinksldjump"/>
          </p:cNvPr>
          <p:cNvSpPr/>
          <p:nvPr/>
        </p:nvSpPr>
        <p:spPr>
          <a:xfrm>
            <a:off x="8456375" y="5868733"/>
            <a:ext cx="558900" cy="763500"/>
          </a:xfrm>
          <a:prstGeom prst="ellipse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15"/>
          <p:cNvSpPr txBox="1">
            <a:spLocks noGrp="1"/>
          </p:cNvSpPr>
          <p:nvPr>
            <p:ph type="title"/>
          </p:nvPr>
        </p:nvSpPr>
        <p:spPr>
          <a:xfrm>
            <a:off x="311700" y="617233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u="sng"/>
              <a:t>Thou art the everlasting Word</a:t>
            </a:r>
            <a:endParaRPr u="sng"/>
          </a:p>
        </p:txBody>
      </p:sp>
      <p:sp>
        <p:nvSpPr>
          <p:cNvPr id="453" name="Google Shape;453;p15"/>
          <p:cNvSpPr txBox="1">
            <a:spLocks noGrp="1"/>
          </p:cNvSpPr>
          <p:nvPr>
            <p:ph type="body" idx="1"/>
          </p:nvPr>
        </p:nvSpPr>
        <p:spPr>
          <a:xfrm>
            <a:off x="311700" y="1536625"/>
            <a:ext cx="43980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 b="1">
                <a:latin typeface="Lexend"/>
                <a:ea typeface="Lexend"/>
                <a:cs typeface="Lexend"/>
                <a:sym typeface="Lexend"/>
              </a:rPr>
              <a:t>Verse 1:</a:t>
            </a:r>
            <a:endParaRPr sz="1400" b="1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Thou art the Everlasting Word,</a:t>
            </a:r>
            <a:endParaRPr sz="14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The Father's only Son,</a:t>
            </a:r>
            <a:endParaRPr sz="14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God manifestly seen and heard,</a:t>
            </a:r>
            <a:endParaRPr sz="14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And heaven's beloved One.</a:t>
            </a:r>
            <a:endParaRPr sz="14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4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 b="1">
                <a:latin typeface="Lexend"/>
                <a:ea typeface="Lexend"/>
                <a:cs typeface="Lexend"/>
                <a:sym typeface="Lexend"/>
              </a:rPr>
              <a:t>Chorus:</a:t>
            </a:r>
            <a:endParaRPr sz="14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Worthy, O Lamb of God, art Thou,</a:t>
            </a:r>
            <a:endParaRPr sz="14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That every knee to Thee should bow.</a:t>
            </a:r>
            <a:endParaRPr sz="14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4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 b="1">
                <a:latin typeface="Lexend"/>
                <a:ea typeface="Lexend"/>
                <a:cs typeface="Lexend"/>
                <a:sym typeface="Lexend"/>
              </a:rPr>
              <a:t>Verse 2:</a:t>
            </a:r>
            <a:endParaRPr sz="14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In Thee, most perfectly expressed,</a:t>
            </a:r>
            <a:endParaRPr sz="14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The Father's glories shine,</a:t>
            </a:r>
            <a:endParaRPr sz="14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Of the full Deity possessed,</a:t>
            </a:r>
            <a:endParaRPr sz="14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Eternally divine.</a:t>
            </a:r>
            <a:endParaRPr sz="14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4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 b="1">
                <a:latin typeface="Lexend"/>
                <a:ea typeface="Lexend"/>
                <a:cs typeface="Lexend"/>
                <a:sym typeface="Lexend"/>
              </a:rPr>
              <a:t>Verse 3:</a:t>
            </a:r>
            <a:endParaRPr sz="14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True image of the Infinite,</a:t>
            </a:r>
            <a:endParaRPr sz="14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Whose essence is concealed;</a:t>
            </a:r>
            <a:endParaRPr sz="14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Brightness of uncreated light,</a:t>
            </a:r>
            <a:endParaRPr sz="14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The heart of God revealed.</a:t>
            </a:r>
            <a:endParaRPr sz="1400"/>
          </a:p>
        </p:txBody>
      </p:sp>
      <p:sp>
        <p:nvSpPr>
          <p:cNvPr id="454" name="Google Shape;454;p15"/>
          <p:cNvSpPr txBox="1">
            <a:spLocks noGrp="1"/>
          </p:cNvSpPr>
          <p:nvPr>
            <p:ph type="body" idx="1"/>
          </p:nvPr>
        </p:nvSpPr>
        <p:spPr>
          <a:xfrm>
            <a:off x="4746125" y="1536625"/>
            <a:ext cx="43980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 b="1">
                <a:latin typeface="Lexend"/>
                <a:ea typeface="Lexend"/>
                <a:cs typeface="Lexend"/>
                <a:sym typeface="Lexend"/>
              </a:rPr>
              <a:t>Verse 4:</a:t>
            </a:r>
            <a:endParaRPr sz="14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But the high myst'ries of His name</a:t>
            </a:r>
            <a:endParaRPr sz="14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An angel's grasp transcend;</a:t>
            </a:r>
            <a:endParaRPr sz="14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The Father only, glorious claim!</a:t>
            </a:r>
            <a:endParaRPr sz="14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The Son can comprehend.</a:t>
            </a:r>
            <a:endParaRPr sz="14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4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 b="1">
                <a:latin typeface="Lexend"/>
                <a:ea typeface="Lexend"/>
                <a:cs typeface="Lexend"/>
                <a:sym typeface="Lexend"/>
              </a:rPr>
              <a:t>Verse 5:</a:t>
            </a:r>
            <a:endParaRPr sz="14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Yet loving Thee, on whom His love</a:t>
            </a:r>
            <a:endParaRPr sz="14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Ineffable doth rest,</a:t>
            </a:r>
            <a:endParaRPr sz="14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Thy members all, in Thee, above,</a:t>
            </a:r>
            <a:endParaRPr sz="14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As one with Thee are blest.</a:t>
            </a:r>
            <a:endParaRPr sz="14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4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 b="1">
                <a:latin typeface="Lexend"/>
                <a:ea typeface="Lexend"/>
                <a:cs typeface="Lexend"/>
                <a:sym typeface="Lexend"/>
              </a:rPr>
              <a:t>Verse 6:</a:t>
            </a:r>
            <a:endParaRPr sz="14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Throughout the universe of bliss</a:t>
            </a:r>
            <a:endParaRPr sz="14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The centre Thou, and Sun,</a:t>
            </a:r>
            <a:endParaRPr sz="14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Th' eternal theme of praise is this,</a:t>
            </a:r>
            <a:endParaRPr sz="14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To heaven's beloved One.</a:t>
            </a:r>
            <a:endParaRPr sz="14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endParaRPr sz="14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5" name="Google Shape;455;p15">
            <a:hlinkClick r:id="rId3" action="ppaction://hlinksldjump"/>
          </p:cNvPr>
          <p:cNvSpPr/>
          <p:nvPr/>
        </p:nvSpPr>
        <p:spPr>
          <a:xfrm>
            <a:off x="8456375" y="5868733"/>
            <a:ext cx="558900" cy="763500"/>
          </a:xfrm>
          <a:prstGeom prst="ellipse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16"/>
          <p:cNvSpPr txBox="1">
            <a:spLocks noGrp="1"/>
          </p:cNvSpPr>
          <p:nvPr>
            <p:ph type="title"/>
          </p:nvPr>
        </p:nvSpPr>
        <p:spPr>
          <a:xfrm>
            <a:off x="311700" y="617233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u="sng"/>
              <a:t>The Lords my Shepherd</a:t>
            </a:r>
            <a:endParaRPr u="sng"/>
          </a:p>
        </p:txBody>
      </p:sp>
      <p:sp>
        <p:nvSpPr>
          <p:cNvPr id="461" name="Google Shape;461;p16"/>
          <p:cNvSpPr txBox="1">
            <a:spLocks noGrp="1"/>
          </p:cNvSpPr>
          <p:nvPr>
            <p:ph type="body" idx="1"/>
          </p:nvPr>
        </p:nvSpPr>
        <p:spPr>
          <a:xfrm>
            <a:off x="311700" y="1536625"/>
            <a:ext cx="43980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 b="1" dirty="0">
                <a:latin typeface="Lexend"/>
                <a:ea typeface="Lexend"/>
                <a:cs typeface="Lexend"/>
                <a:sym typeface="Lexend"/>
              </a:rPr>
              <a:t>Verse 1:</a:t>
            </a:r>
            <a:endParaRPr sz="1400" b="1" dirty="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 dirty="0"/>
              <a:t>The Lord's my Shepherd, I'll not want:</a:t>
            </a:r>
            <a:endParaRPr sz="14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 dirty="0"/>
              <a:t>He makes me down to lie</a:t>
            </a:r>
            <a:endParaRPr sz="14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 dirty="0"/>
              <a:t>In pastures green; He leadeth me</a:t>
            </a:r>
            <a:endParaRPr sz="14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 dirty="0"/>
              <a:t>The quiet waters by.</a:t>
            </a:r>
            <a:endParaRPr sz="14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4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 b="1" dirty="0">
                <a:latin typeface="Lexend"/>
                <a:ea typeface="Lexend"/>
                <a:cs typeface="Lexend"/>
                <a:sym typeface="Lexend"/>
              </a:rPr>
              <a:t>Verse 2:</a:t>
            </a:r>
            <a:endParaRPr sz="14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 dirty="0"/>
              <a:t>My soul He doth restore again;</a:t>
            </a:r>
            <a:endParaRPr sz="14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 dirty="0"/>
              <a:t>And me to walk doth make</a:t>
            </a:r>
            <a:endParaRPr sz="14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 dirty="0"/>
              <a:t>Within the paths of righteousness,</a:t>
            </a:r>
            <a:endParaRPr sz="14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 dirty="0"/>
              <a:t>E'en for His own name's sake.</a:t>
            </a:r>
            <a:endParaRPr sz="14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4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 b="1" dirty="0">
                <a:latin typeface="Lexend"/>
                <a:ea typeface="Lexend"/>
                <a:cs typeface="Lexend"/>
                <a:sym typeface="Lexend"/>
              </a:rPr>
              <a:t>Verse 3:</a:t>
            </a:r>
            <a:endParaRPr sz="14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 dirty="0"/>
              <a:t>Yea, though I walk in death's dark vale,</a:t>
            </a:r>
            <a:endParaRPr sz="14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 dirty="0"/>
              <a:t>Yet will I fear none ill;</a:t>
            </a:r>
            <a:endParaRPr sz="14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 dirty="0"/>
              <a:t>For Thou art with me; and Thy rod</a:t>
            </a:r>
            <a:endParaRPr sz="14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 dirty="0"/>
              <a:t>And staff me comfort still.</a:t>
            </a:r>
            <a:endParaRPr sz="1400" dirty="0"/>
          </a:p>
        </p:txBody>
      </p:sp>
      <p:sp>
        <p:nvSpPr>
          <p:cNvPr id="462" name="Google Shape;462;p16"/>
          <p:cNvSpPr txBox="1">
            <a:spLocks noGrp="1"/>
          </p:cNvSpPr>
          <p:nvPr>
            <p:ph type="body" idx="1"/>
          </p:nvPr>
        </p:nvSpPr>
        <p:spPr>
          <a:xfrm>
            <a:off x="4746125" y="1536625"/>
            <a:ext cx="43980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 b="1">
                <a:latin typeface="Lexend"/>
                <a:ea typeface="Lexend"/>
                <a:cs typeface="Lexend"/>
                <a:sym typeface="Lexend"/>
              </a:rPr>
              <a:t>Verse 4:</a:t>
            </a:r>
            <a:endParaRPr sz="14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My table Thou hast furnished</a:t>
            </a:r>
            <a:endParaRPr sz="14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In presence of my foes;</a:t>
            </a:r>
            <a:endParaRPr sz="14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My head Thou dost with oil anoint,</a:t>
            </a:r>
            <a:endParaRPr sz="14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And my cup overflows.</a:t>
            </a:r>
            <a:endParaRPr sz="14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4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 b="1">
                <a:latin typeface="Lexend"/>
                <a:ea typeface="Lexend"/>
                <a:cs typeface="Lexend"/>
                <a:sym typeface="Lexend"/>
              </a:rPr>
              <a:t>Verse 5:</a:t>
            </a:r>
            <a:endParaRPr sz="14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Goodness and mercy all my life</a:t>
            </a:r>
            <a:endParaRPr sz="14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Shall surely follow me;</a:t>
            </a:r>
            <a:endParaRPr sz="14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And in God's house for evermore</a:t>
            </a:r>
            <a:endParaRPr sz="14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My dwelling-place shall be.</a:t>
            </a:r>
            <a:endParaRPr sz="14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endParaRPr sz="14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3" name="Google Shape;463;p16">
            <a:hlinkClick r:id="rId3" action="ppaction://hlinksldjump"/>
          </p:cNvPr>
          <p:cNvSpPr/>
          <p:nvPr/>
        </p:nvSpPr>
        <p:spPr>
          <a:xfrm>
            <a:off x="8456375" y="5868733"/>
            <a:ext cx="558900" cy="763500"/>
          </a:xfrm>
          <a:prstGeom prst="ellipse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17"/>
          <p:cNvSpPr txBox="1">
            <a:spLocks noGrp="1"/>
          </p:cNvSpPr>
          <p:nvPr>
            <p:ph type="title"/>
          </p:nvPr>
        </p:nvSpPr>
        <p:spPr>
          <a:xfrm>
            <a:off x="311700" y="617233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u="sng"/>
              <a:t>When I survey</a:t>
            </a:r>
            <a:endParaRPr u="sng"/>
          </a:p>
        </p:txBody>
      </p:sp>
      <p:sp>
        <p:nvSpPr>
          <p:cNvPr id="469" name="Google Shape;469;p17"/>
          <p:cNvSpPr txBox="1">
            <a:spLocks noGrp="1"/>
          </p:cNvSpPr>
          <p:nvPr>
            <p:ph type="body" idx="1"/>
          </p:nvPr>
        </p:nvSpPr>
        <p:spPr>
          <a:xfrm>
            <a:off x="311700" y="1536625"/>
            <a:ext cx="43980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 b="1" dirty="0">
                <a:latin typeface="Lexend"/>
                <a:ea typeface="Lexend"/>
                <a:cs typeface="Lexend"/>
                <a:sym typeface="Lexend"/>
              </a:rPr>
              <a:t>Verse 1:</a:t>
            </a:r>
            <a:endParaRPr sz="1400" b="1" dirty="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 dirty="0"/>
              <a:t>When I survey the wondrous Cross</a:t>
            </a:r>
            <a:endParaRPr sz="14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 dirty="0"/>
              <a:t>On which the Prince of Glory died,</a:t>
            </a:r>
            <a:endParaRPr sz="14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 dirty="0"/>
              <a:t>My richest gain I count but loss,</a:t>
            </a:r>
            <a:endParaRPr sz="14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 dirty="0"/>
              <a:t>And pour contempt on all my pride.</a:t>
            </a:r>
            <a:endParaRPr sz="14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4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 b="1" dirty="0">
                <a:latin typeface="Lexend"/>
                <a:ea typeface="Lexend"/>
                <a:cs typeface="Lexend"/>
                <a:sym typeface="Lexend"/>
              </a:rPr>
              <a:t>Verse 2:</a:t>
            </a:r>
            <a:endParaRPr sz="14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 dirty="0"/>
              <a:t>Forbid it, Lord, that I should boast,</a:t>
            </a:r>
            <a:endParaRPr sz="14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 dirty="0"/>
              <a:t>Save in the Cross of Christ, my God;</a:t>
            </a:r>
            <a:endParaRPr sz="14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 dirty="0"/>
              <a:t>All the vain things that charm me most</a:t>
            </a:r>
            <a:endParaRPr sz="14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 dirty="0"/>
              <a:t>I sacrifice them to His blood.</a:t>
            </a:r>
            <a:endParaRPr sz="14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4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400" dirty="0"/>
          </a:p>
        </p:txBody>
      </p:sp>
      <p:sp>
        <p:nvSpPr>
          <p:cNvPr id="470" name="Google Shape;470;p17"/>
          <p:cNvSpPr txBox="1">
            <a:spLocks noGrp="1"/>
          </p:cNvSpPr>
          <p:nvPr>
            <p:ph type="body" idx="1"/>
          </p:nvPr>
        </p:nvSpPr>
        <p:spPr>
          <a:xfrm>
            <a:off x="4746125" y="1536625"/>
            <a:ext cx="43980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 b="1" dirty="0">
                <a:latin typeface="Lexend"/>
                <a:ea typeface="Lexend"/>
                <a:cs typeface="Lexend"/>
                <a:sym typeface="Lexend"/>
              </a:rPr>
              <a:t>Verse 3:</a:t>
            </a:r>
            <a:endParaRPr sz="14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 dirty="0"/>
              <a:t>See from His head, His hands, His feet,</a:t>
            </a:r>
            <a:endParaRPr sz="14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 dirty="0"/>
              <a:t>Sorrow and love flow mingled down;</a:t>
            </a:r>
            <a:endParaRPr sz="14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 dirty="0"/>
              <a:t>Did e'er such love and sorrow meet,</a:t>
            </a:r>
            <a:endParaRPr sz="14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 dirty="0"/>
              <a:t>Or thorns compose so rich a crown?</a:t>
            </a:r>
            <a:endParaRPr sz="14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4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 b="1" dirty="0">
                <a:latin typeface="Lexend"/>
                <a:ea typeface="Lexend"/>
                <a:cs typeface="Lexend"/>
                <a:sym typeface="Lexend"/>
              </a:rPr>
              <a:t>Verse 4:</a:t>
            </a:r>
            <a:endParaRPr sz="14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 dirty="0"/>
              <a:t>Were the whole realm of nature mine</a:t>
            </a:r>
            <a:endParaRPr sz="14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 dirty="0"/>
              <a:t>That were an offering far too small;</a:t>
            </a:r>
            <a:endParaRPr sz="14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 dirty="0"/>
              <a:t>Love so amazing, so divine,</a:t>
            </a:r>
            <a:endParaRPr sz="14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 dirty="0"/>
              <a:t>Demands my heart, my life, my all!</a:t>
            </a:r>
            <a:endParaRPr sz="14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endParaRPr sz="1400" b="1" dirty="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71" name="Google Shape;471;p17">
            <a:hlinkClick r:id="rId3" action="ppaction://hlinksldjump"/>
          </p:cNvPr>
          <p:cNvSpPr/>
          <p:nvPr/>
        </p:nvSpPr>
        <p:spPr>
          <a:xfrm>
            <a:off x="8456375" y="5868733"/>
            <a:ext cx="558900" cy="763500"/>
          </a:xfrm>
          <a:prstGeom prst="ellipse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18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u="sng"/>
              <a:t>To God be the Glory</a:t>
            </a:r>
            <a:endParaRPr u="sng"/>
          </a:p>
        </p:txBody>
      </p:sp>
      <p:sp>
        <p:nvSpPr>
          <p:cNvPr id="477" name="Google Shape;477;p18"/>
          <p:cNvSpPr txBox="1">
            <a:spLocks noGrp="1"/>
          </p:cNvSpPr>
          <p:nvPr>
            <p:ph type="body" idx="1"/>
          </p:nvPr>
        </p:nvSpPr>
        <p:spPr>
          <a:xfrm>
            <a:off x="228600" y="1536625"/>
            <a:ext cx="66477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 b="1" dirty="0">
                <a:latin typeface="Lexend"/>
                <a:ea typeface="Lexend"/>
                <a:cs typeface="Lexend"/>
                <a:sym typeface="Lexend"/>
              </a:rPr>
              <a:t>Verse 1:</a:t>
            </a:r>
            <a:endParaRPr sz="1400" b="1" dirty="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 dirty="0"/>
              <a:t>To God be the glory! Great things He hath done;</a:t>
            </a:r>
            <a:endParaRPr sz="14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 dirty="0"/>
              <a:t>So loved He the world that He gave us His Son;</a:t>
            </a:r>
            <a:endParaRPr sz="14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 dirty="0"/>
              <a:t>Who yielded His life an atonement for sin,</a:t>
            </a:r>
            <a:endParaRPr sz="14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 dirty="0"/>
              <a:t>And opened the Life-gate that all may go in.</a:t>
            </a:r>
            <a:endParaRPr sz="14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400" b="1" dirty="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 b="1" dirty="0">
                <a:latin typeface="Lexend"/>
                <a:ea typeface="Lexend"/>
                <a:cs typeface="Lexend"/>
                <a:sym typeface="Lexend"/>
              </a:rPr>
              <a:t>Verse 2:</a:t>
            </a:r>
            <a:endParaRPr sz="1400" b="1" dirty="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 dirty="0"/>
              <a:t>O perfect redemption, the purchase of blood,</a:t>
            </a:r>
            <a:endParaRPr sz="14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 dirty="0"/>
              <a:t>To every believer the free gift of God;</a:t>
            </a:r>
            <a:endParaRPr sz="14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 dirty="0"/>
              <a:t>The vilest offender who truly believes,</a:t>
            </a:r>
            <a:endParaRPr sz="14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 dirty="0"/>
              <a:t>That moment, through Jesus, a pardon receives.</a:t>
            </a:r>
            <a:endParaRPr sz="14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4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 b="1" dirty="0">
                <a:latin typeface="Lexend"/>
                <a:ea typeface="Lexend"/>
                <a:cs typeface="Lexend"/>
                <a:sym typeface="Lexend"/>
              </a:rPr>
              <a:t>Verse 3:</a:t>
            </a:r>
            <a:endParaRPr sz="1400" b="1" dirty="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 dirty="0"/>
              <a:t>Great things He hath taught us, great things He hath done,</a:t>
            </a:r>
            <a:endParaRPr sz="14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 dirty="0"/>
              <a:t>And great our rejoicing through Jesus the Son;</a:t>
            </a:r>
            <a:endParaRPr sz="14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 dirty="0"/>
              <a:t>But purer, and higher, and greater will be</a:t>
            </a:r>
            <a:endParaRPr sz="14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 dirty="0"/>
              <a:t>Our wonder, our triumph, when Jesus we see.</a:t>
            </a:r>
            <a:endParaRPr sz="14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400" b="1" dirty="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 b="1" dirty="0">
                <a:latin typeface="Lexend"/>
                <a:ea typeface="Lexend"/>
                <a:cs typeface="Lexend"/>
                <a:sym typeface="Lexend"/>
              </a:rPr>
              <a:t>Chorus:</a:t>
            </a:r>
            <a:endParaRPr sz="1400" b="1" dirty="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 dirty="0"/>
              <a:t>Praise the Lord! Praise the Lord! Let the earth hear His voice!</a:t>
            </a:r>
            <a:endParaRPr sz="14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 dirty="0"/>
              <a:t>Praise the Lord! Praise the Lord! Let His people rejoice!</a:t>
            </a:r>
            <a:endParaRPr sz="14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 dirty="0"/>
              <a:t>O, come to the Father through Jesus the Son,</a:t>
            </a:r>
            <a:endParaRPr sz="14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 dirty="0"/>
              <a:t>And give Him the glory!</a:t>
            </a:r>
            <a:endParaRPr sz="14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 dirty="0"/>
              <a:t>Great things He hath done.</a:t>
            </a:r>
            <a:endParaRPr sz="14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400" dirty="0"/>
          </a:p>
        </p:txBody>
      </p:sp>
      <p:sp>
        <p:nvSpPr>
          <p:cNvPr id="478" name="Google Shape;478;p18">
            <a:hlinkClick r:id="rId3" action="ppaction://hlinksldjump"/>
          </p:cNvPr>
          <p:cNvSpPr/>
          <p:nvPr/>
        </p:nvSpPr>
        <p:spPr>
          <a:xfrm>
            <a:off x="8456375" y="5868733"/>
            <a:ext cx="558900" cy="763500"/>
          </a:xfrm>
          <a:prstGeom prst="ellipse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19">
            <a:hlinkClick r:id="rId4" action="ppaction://hlinksldjump"/>
          </p:cNvPr>
          <p:cNvSpPr/>
          <p:nvPr/>
        </p:nvSpPr>
        <p:spPr>
          <a:xfrm>
            <a:off x="8456375" y="5868733"/>
            <a:ext cx="558900" cy="7635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484" name="Google Shape;484;p19"/>
          <p:cNvSpPr txBox="1"/>
          <p:nvPr/>
        </p:nvSpPr>
        <p:spPr>
          <a:xfrm>
            <a:off x="2024925" y="792775"/>
            <a:ext cx="55017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rgbClr val="674834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18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u="sng" dirty="0" smtClean="0"/>
              <a:t>Still Like A Rollback</a:t>
            </a:r>
            <a:endParaRPr u="sng" dirty="0"/>
          </a:p>
        </p:txBody>
      </p:sp>
      <p:sp>
        <p:nvSpPr>
          <p:cNvPr id="478" name="Google Shape;478;p18">
            <a:hlinkClick r:id="rId3" action="ppaction://hlinksldjump"/>
          </p:cNvPr>
          <p:cNvSpPr/>
          <p:nvPr/>
        </p:nvSpPr>
        <p:spPr>
          <a:xfrm>
            <a:off x="8456375" y="5868733"/>
            <a:ext cx="558900" cy="763500"/>
          </a:xfrm>
          <a:prstGeom prst="ellipse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5" name="Google Shape;469;p17"/>
          <p:cNvSpPr txBox="1">
            <a:spLocks noGrp="1"/>
          </p:cNvSpPr>
          <p:nvPr>
            <p:ph type="body" idx="1"/>
          </p:nvPr>
        </p:nvSpPr>
        <p:spPr>
          <a:xfrm>
            <a:off x="182880" y="1536625"/>
            <a:ext cx="452682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SzPts val="1100"/>
              <a:buNone/>
            </a:pPr>
            <a:r>
              <a:rPr lang="en-US" sz="1400" b="1" dirty="0" smtClean="0">
                <a:latin typeface="Lexend"/>
                <a:ea typeface="Lexend"/>
                <a:cs typeface="Lexend"/>
                <a:sym typeface="Lexend"/>
              </a:rPr>
              <a:t>Verse 1:</a:t>
            </a:r>
          </a:p>
          <a:p>
            <a:pPr marL="0" lvl="0" indent="0">
              <a:buSzPts val="1100"/>
              <a:buNone/>
            </a:pPr>
            <a:r>
              <a:rPr lang="en-US" sz="1400" dirty="0" smtClean="0">
                <a:latin typeface="Lexend"/>
                <a:ea typeface="Lexend"/>
                <a:cs typeface="Lexend"/>
                <a:sym typeface="Lexend"/>
              </a:rPr>
              <a:t>Went to every bible conference</a:t>
            </a:r>
          </a:p>
          <a:p>
            <a:pPr marL="0" lvl="0" indent="0">
              <a:buSzPts val="1100"/>
              <a:buNone/>
            </a:pPr>
            <a:r>
              <a:rPr lang="en-US" sz="1400" dirty="0" smtClean="0">
                <a:latin typeface="Lexend"/>
                <a:ea typeface="Lexend"/>
                <a:cs typeface="Lexend"/>
                <a:sym typeface="Lexend"/>
              </a:rPr>
              <a:t>Under the guise of bible knowledge</a:t>
            </a:r>
          </a:p>
          <a:p>
            <a:pPr marL="0" lvl="0" indent="0">
              <a:buSzPts val="1100"/>
              <a:buNone/>
            </a:pPr>
            <a:r>
              <a:rPr lang="en-US" sz="1400" dirty="0" smtClean="0">
                <a:latin typeface="Lexend"/>
                <a:ea typeface="Lexend"/>
                <a:cs typeface="Lexend"/>
                <a:sym typeface="Lexend"/>
              </a:rPr>
              <a:t>But everyone knew what was on my mind</a:t>
            </a:r>
          </a:p>
          <a:p>
            <a:pPr marL="0" lvl="0" indent="0">
              <a:buSzPts val="1100"/>
              <a:buNone/>
            </a:pPr>
            <a:r>
              <a:rPr lang="en-US" sz="1400" dirty="0" smtClean="0">
                <a:latin typeface="Lexend"/>
                <a:ea typeface="Lexend"/>
                <a:cs typeface="Lexend"/>
                <a:sym typeface="Lexend"/>
              </a:rPr>
              <a:t>If you get past the cars and trucks</a:t>
            </a:r>
          </a:p>
          <a:p>
            <a:pPr marL="0" lvl="0" indent="0">
              <a:buSzPts val="1100"/>
              <a:buNone/>
            </a:pPr>
            <a:r>
              <a:rPr lang="en-US" sz="1400" dirty="0" smtClean="0">
                <a:latin typeface="Lexend"/>
                <a:ea typeface="Lexend"/>
                <a:cs typeface="Lexend"/>
                <a:sym typeface="Lexend"/>
              </a:rPr>
              <a:t>And all that other useless stuff</a:t>
            </a:r>
          </a:p>
          <a:p>
            <a:pPr marL="0" lvl="0" indent="0">
              <a:buSzPts val="1100"/>
              <a:buNone/>
            </a:pPr>
            <a:r>
              <a:rPr lang="en-US" sz="1400" dirty="0" smtClean="0">
                <a:latin typeface="Lexend"/>
                <a:ea typeface="Lexend"/>
                <a:cs typeface="Lexend"/>
                <a:sym typeface="Lexend"/>
              </a:rPr>
              <a:t>Its not good for man to be alone</a:t>
            </a:r>
          </a:p>
          <a:p>
            <a:pPr marL="0" lvl="0" indent="0">
              <a:buSzPts val="1100"/>
              <a:buNone/>
            </a:pPr>
            <a:endParaRPr lang="en-US" sz="1400" dirty="0" smtClean="0">
              <a:latin typeface="Lexend"/>
              <a:ea typeface="Lexend"/>
              <a:cs typeface="Lexend"/>
              <a:sym typeface="Lexend"/>
            </a:endParaRPr>
          </a:p>
          <a:p>
            <a:pPr marL="0" lvl="0" indent="0">
              <a:buSzPts val="1100"/>
              <a:buNone/>
            </a:pPr>
            <a:r>
              <a:rPr lang="en-US" sz="1400" b="1" dirty="0" smtClean="0">
                <a:latin typeface="Lexend"/>
                <a:ea typeface="Lexend"/>
                <a:cs typeface="Lexend"/>
                <a:sym typeface="Lexend"/>
              </a:rPr>
              <a:t>Chorus:</a:t>
            </a:r>
          </a:p>
          <a:p>
            <a:pPr marL="0" lvl="0" indent="0">
              <a:buSzPts val="1100"/>
              <a:buNone/>
            </a:pPr>
            <a:r>
              <a:rPr lang="en-US" sz="1400" dirty="0" smtClean="0">
                <a:latin typeface="Lexend"/>
                <a:ea typeface="Lexend"/>
                <a:cs typeface="Lexend"/>
                <a:sym typeface="Lexend"/>
              </a:rPr>
              <a:t>But I still like a rollback in O'Leary now and then</a:t>
            </a:r>
          </a:p>
          <a:p>
            <a:pPr marL="0" lvl="0" indent="0">
              <a:buSzPts val="1100"/>
              <a:buNone/>
            </a:pPr>
            <a:r>
              <a:rPr lang="en-US" sz="1400" dirty="0" smtClean="0">
                <a:latin typeface="Lexend"/>
                <a:ea typeface="Lexend"/>
                <a:cs typeface="Lexend"/>
                <a:sym typeface="Lexend"/>
              </a:rPr>
              <a:t>And ill grin when I tell a joke that nobody gets</a:t>
            </a:r>
          </a:p>
          <a:p>
            <a:pPr marL="0" lvl="0" indent="0">
              <a:buSzPts val="1100"/>
              <a:buNone/>
            </a:pPr>
            <a:r>
              <a:rPr lang="en-US" sz="1400" dirty="0" smtClean="0">
                <a:latin typeface="Lexend"/>
                <a:ea typeface="Lexend"/>
                <a:cs typeface="Lexend"/>
                <a:sym typeface="Lexend"/>
              </a:rPr>
              <a:t>A gearshift in my hand, I'm a man without a plan</a:t>
            </a:r>
          </a:p>
          <a:p>
            <a:pPr marL="0" lvl="0" indent="0">
              <a:buSzPts val="1100"/>
              <a:buNone/>
            </a:pPr>
            <a:r>
              <a:rPr lang="en-US" sz="1400" dirty="0" smtClean="0">
                <a:latin typeface="Lexend"/>
                <a:ea typeface="Lexend"/>
                <a:cs typeface="Lexend"/>
                <a:sym typeface="Lexend"/>
              </a:rPr>
              <a:t>But I know I want to grow the Mackenzie clan</a:t>
            </a:r>
          </a:p>
          <a:p>
            <a:pPr marL="0" lvl="0" indent="0">
              <a:buSzPts val="1100"/>
              <a:buNone/>
            </a:pPr>
            <a:endParaRPr lang="en-US" sz="1400" dirty="0" smtClean="0">
              <a:latin typeface="Lexend"/>
              <a:ea typeface="Lexend"/>
              <a:cs typeface="Lexend"/>
              <a:sym typeface="Lexend"/>
            </a:endParaRPr>
          </a:p>
          <a:p>
            <a:pPr marL="0" lvl="0" indent="0">
              <a:buSzPts val="1100"/>
              <a:buNone/>
            </a:pPr>
            <a:r>
              <a:rPr lang="en-US" sz="1400" b="1" dirty="0" smtClean="0">
                <a:latin typeface="Lexend"/>
                <a:ea typeface="Lexend"/>
                <a:cs typeface="Lexend"/>
                <a:sym typeface="Lexend"/>
              </a:rPr>
              <a:t>Verse 2:</a:t>
            </a:r>
          </a:p>
          <a:p>
            <a:pPr marL="0" lvl="0" indent="0">
              <a:buSzPts val="1100"/>
              <a:buNone/>
            </a:pPr>
            <a:r>
              <a:rPr lang="en-US" sz="1400" dirty="0" smtClean="0">
                <a:latin typeface="Lexend"/>
                <a:ea typeface="Lexend"/>
                <a:cs typeface="Lexend"/>
                <a:sym typeface="Lexend"/>
              </a:rPr>
              <a:t>Trusting God to show me who</a:t>
            </a:r>
          </a:p>
          <a:p>
            <a:pPr marL="0" lvl="0" indent="0">
              <a:buSzPts val="1100"/>
              <a:buNone/>
            </a:pPr>
            <a:r>
              <a:rPr lang="en-US" sz="1400" dirty="0" smtClean="0">
                <a:latin typeface="Lexend"/>
                <a:ea typeface="Lexend"/>
                <a:cs typeface="Lexend"/>
                <a:sym typeface="Lexend"/>
              </a:rPr>
              <a:t>I’m doing a lot of looking too</a:t>
            </a:r>
          </a:p>
          <a:p>
            <a:pPr marL="0" lvl="0" indent="0">
              <a:buSzPts val="1100"/>
              <a:buNone/>
            </a:pPr>
            <a:r>
              <a:rPr lang="en-US" sz="1400" dirty="0" smtClean="0">
                <a:latin typeface="Lexend"/>
                <a:ea typeface="Lexend"/>
                <a:cs typeface="Lexend"/>
                <a:sym typeface="Lexend"/>
              </a:rPr>
              <a:t>Is there one who's right for me?</a:t>
            </a:r>
          </a:p>
          <a:p>
            <a:pPr marL="0" lvl="0" indent="0">
              <a:buSzPts val="1100"/>
              <a:buNone/>
            </a:pPr>
            <a:r>
              <a:rPr lang="en-US" sz="1400" dirty="0" smtClean="0">
                <a:latin typeface="Lexend"/>
                <a:ea typeface="Lexend"/>
                <a:cs typeface="Lexend"/>
                <a:sym typeface="Lexend"/>
              </a:rPr>
              <a:t>Maybe I’m supposed to be single</a:t>
            </a:r>
          </a:p>
          <a:p>
            <a:pPr marL="0" lvl="0" indent="0">
              <a:buSzPts val="1100"/>
              <a:buNone/>
            </a:pPr>
            <a:r>
              <a:rPr lang="en-US" sz="1400" dirty="0" smtClean="0">
                <a:latin typeface="Lexend"/>
                <a:ea typeface="Lexend"/>
                <a:cs typeface="Lexend"/>
                <a:sym typeface="Lexend"/>
              </a:rPr>
              <a:t>Maybe I should try Christian-mingle</a:t>
            </a:r>
          </a:p>
          <a:p>
            <a:pPr marL="0" lvl="0" indent="0">
              <a:buSzPts val="1100"/>
              <a:buNone/>
            </a:pPr>
            <a:r>
              <a:rPr lang="en-US" sz="1400" dirty="0" smtClean="0">
                <a:latin typeface="Lexend"/>
                <a:ea typeface="Lexend"/>
                <a:cs typeface="Lexend"/>
                <a:sym typeface="Lexend"/>
              </a:rPr>
              <a:t>Maybe I should just get in my car</a:t>
            </a:r>
          </a:p>
          <a:p>
            <a:pPr marL="0" lvl="0" indent="0">
              <a:buSzPts val="1100"/>
              <a:buNone/>
            </a:pPr>
            <a:endParaRPr lang="en-US" sz="1400" dirty="0" smtClean="0">
              <a:latin typeface="Lexend"/>
              <a:ea typeface="Lexend"/>
              <a:cs typeface="Lexend"/>
              <a:sym typeface="Lexend"/>
            </a:endParaRPr>
          </a:p>
          <a:p>
            <a:pPr marL="0" lvl="0" indent="0">
              <a:buSzPts val="1100"/>
              <a:buNone/>
            </a:pPr>
            <a:r>
              <a:rPr lang="en-US" sz="1400" b="1" dirty="0" smtClean="0">
                <a:latin typeface="Lexend"/>
                <a:ea typeface="Lexend"/>
                <a:cs typeface="Lexend"/>
                <a:sym typeface="Lexend"/>
              </a:rPr>
              <a:t>Chorus (Begin with “Cause”)</a:t>
            </a:r>
          </a:p>
        </p:txBody>
      </p:sp>
      <p:sp>
        <p:nvSpPr>
          <p:cNvPr id="6" name="Google Shape;470;p17"/>
          <p:cNvSpPr txBox="1">
            <a:spLocks/>
          </p:cNvSpPr>
          <p:nvPr/>
        </p:nvSpPr>
        <p:spPr>
          <a:xfrm>
            <a:off x="4746125" y="1536625"/>
            <a:ext cx="43980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SzPts val="1100"/>
              <a:buNone/>
            </a:pPr>
            <a:r>
              <a:rPr lang="en-US" b="1" dirty="0" smtClean="0">
                <a:latin typeface="Lexend"/>
                <a:ea typeface="Lexend"/>
                <a:cs typeface="Lexend"/>
                <a:sym typeface="Lexend"/>
              </a:rPr>
              <a:t>Verse 3:</a:t>
            </a:r>
          </a:p>
          <a:p>
            <a:pPr marL="0" lvl="0" indent="0">
              <a:buSzPts val="1100"/>
              <a:buNone/>
            </a:pPr>
            <a:r>
              <a:rPr lang="en-US" dirty="0" smtClean="0">
                <a:latin typeface="Lexend"/>
                <a:ea typeface="Lexend"/>
                <a:cs typeface="Lexend"/>
                <a:sym typeface="Lexend"/>
              </a:rPr>
              <a:t>Then that fateful Iowa trip</a:t>
            </a:r>
          </a:p>
          <a:p>
            <a:pPr marL="0" lvl="0" indent="0">
              <a:buSzPts val="1100"/>
              <a:buNone/>
            </a:pPr>
            <a:r>
              <a:rPr lang="en-US" dirty="0" smtClean="0">
                <a:latin typeface="Lexend"/>
                <a:ea typeface="Lexend"/>
                <a:cs typeface="Lexend"/>
                <a:sym typeface="Lexend"/>
              </a:rPr>
              <a:t>That Honda van motor started to slip</a:t>
            </a:r>
          </a:p>
          <a:p>
            <a:pPr marL="0" lvl="0" indent="0">
              <a:buSzPts val="1100"/>
              <a:buNone/>
            </a:pPr>
            <a:r>
              <a:rPr lang="en-US" dirty="0" smtClean="0">
                <a:latin typeface="Lexend"/>
                <a:ea typeface="Lexend"/>
                <a:cs typeface="Lexend"/>
                <a:sym typeface="Lexend"/>
              </a:rPr>
              <a:t>Marcus tore it down, in upstate new York</a:t>
            </a:r>
          </a:p>
          <a:p>
            <a:pPr marL="0" lvl="0" indent="0">
              <a:buSzPts val="1100"/>
              <a:buNone/>
            </a:pPr>
            <a:r>
              <a:rPr lang="en-US" dirty="0" smtClean="0">
                <a:latin typeface="Lexend"/>
                <a:ea typeface="Lexend"/>
                <a:cs typeface="Lexend"/>
                <a:sym typeface="Lexend"/>
              </a:rPr>
              <a:t>While the van was in surgery</a:t>
            </a:r>
          </a:p>
          <a:p>
            <a:pPr marL="0" lvl="0" indent="0">
              <a:buSzPts val="1100"/>
              <a:buNone/>
            </a:pPr>
            <a:r>
              <a:rPr lang="en-US" dirty="0" smtClean="0">
                <a:latin typeface="Lexend"/>
                <a:ea typeface="Lexend"/>
                <a:cs typeface="Lexend"/>
                <a:sym typeface="Lexend"/>
              </a:rPr>
              <a:t>I found the girl who’d marry me</a:t>
            </a:r>
          </a:p>
          <a:p>
            <a:pPr marL="0" lvl="0" indent="0">
              <a:buSzPts val="1100"/>
              <a:buNone/>
            </a:pPr>
            <a:r>
              <a:rPr lang="en-US" dirty="0" smtClean="0">
                <a:latin typeface="Lexend"/>
                <a:ea typeface="Lexend"/>
                <a:cs typeface="Lexend"/>
                <a:sym typeface="Lexend"/>
              </a:rPr>
              <a:t>Bad for Marcus, but good for me</a:t>
            </a:r>
          </a:p>
          <a:p>
            <a:pPr marL="0" lvl="0" indent="0">
              <a:buSzPts val="1100"/>
              <a:buNone/>
            </a:pPr>
            <a:endParaRPr lang="en-US" dirty="0" smtClean="0">
              <a:latin typeface="Lexend"/>
              <a:ea typeface="Lexend"/>
              <a:cs typeface="Lexend"/>
              <a:sym typeface="Lexend"/>
            </a:endParaRPr>
          </a:p>
          <a:p>
            <a:pPr marL="0" lvl="0" indent="0">
              <a:buSzPts val="1100"/>
              <a:buNone/>
            </a:pPr>
            <a:r>
              <a:rPr lang="en-US" b="1" dirty="0" smtClean="0">
                <a:latin typeface="Lexend"/>
                <a:ea typeface="Lexend"/>
                <a:cs typeface="Lexend"/>
                <a:sym typeface="Lexend"/>
              </a:rPr>
              <a:t>Chorus (Final):</a:t>
            </a:r>
          </a:p>
          <a:p>
            <a:pPr marL="0" lvl="0" indent="0">
              <a:buSzPts val="1100"/>
              <a:buNone/>
            </a:pPr>
            <a:r>
              <a:rPr lang="en-US" dirty="0" smtClean="0">
                <a:latin typeface="Lexend"/>
                <a:ea typeface="Lexend"/>
                <a:cs typeface="Lexend"/>
                <a:sym typeface="Lexend"/>
              </a:rPr>
              <a:t>Now I’ll go, do a rollback, in O’Leary, once again</a:t>
            </a:r>
          </a:p>
          <a:p>
            <a:pPr marL="0" lvl="0" indent="0">
              <a:buSzPts val="1100"/>
              <a:buNone/>
            </a:pPr>
            <a:r>
              <a:rPr lang="en-US" dirty="0" smtClean="0">
                <a:latin typeface="Lexend"/>
                <a:ea typeface="Lexend"/>
                <a:cs typeface="Lexend"/>
                <a:sym typeface="Lexend"/>
              </a:rPr>
              <a:t>And ill still tell a goofy joke, that nobody gets</a:t>
            </a:r>
          </a:p>
          <a:p>
            <a:pPr marL="0" lvl="0" indent="0">
              <a:buSzPts val="1100"/>
              <a:buNone/>
            </a:pPr>
            <a:r>
              <a:rPr lang="en-US" dirty="0" smtClean="0">
                <a:latin typeface="Lexend"/>
                <a:ea typeface="Lexend"/>
                <a:cs typeface="Lexend"/>
                <a:sym typeface="Lexend"/>
              </a:rPr>
              <a:t>A diamond on her hand, I’m glad she had a plan</a:t>
            </a:r>
          </a:p>
          <a:p>
            <a:pPr marL="0" lvl="0" indent="0">
              <a:buSzPts val="1100"/>
              <a:buNone/>
            </a:pPr>
            <a:r>
              <a:rPr lang="en-US" dirty="0" smtClean="0">
                <a:latin typeface="Lexend"/>
                <a:ea typeface="Lexend"/>
                <a:cs typeface="Lexend"/>
                <a:sym typeface="Lexend"/>
              </a:rPr>
              <a:t>Now time to try a rollback... in my van</a:t>
            </a:r>
            <a:endParaRPr lang="en-US" dirty="0"/>
          </a:p>
        </p:txBody>
      </p:sp>
      <p:sp>
        <p:nvSpPr>
          <p:cNvPr id="7" name="Google Shape;463;p16">
            <a:hlinkClick r:id="rId3" action="ppaction://hlinksldjump"/>
          </p:cNvPr>
          <p:cNvSpPr/>
          <p:nvPr/>
        </p:nvSpPr>
        <p:spPr>
          <a:xfrm>
            <a:off x="8608775" y="6021133"/>
            <a:ext cx="558900" cy="763500"/>
          </a:xfrm>
          <a:prstGeom prst="ellipse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461;p16"/>
          <p:cNvSpPr txBox="1">
            <a:spLocks noGrp="1"/>
          </p:cNvSpPr>
          <p:nvPr>
            <p:ph type="body" idx="1"/>
          </p:nvPr>
        </p:nvSpPr>
        <p:spPr>
          <a:xfrm>
            <a:off x="311700" y="365760"/>
            <a:ext cx="4398000" cy="5726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SzPts val="1100"/>
              <a:buNone/>
            </a:pPr>
            <a:r>
              <a:rPr lang="en-US" sz="1400" dirty="0" smtClean="0">
                <a:latin typeface="Lexend"/>
                <a:ea typeface="Lexend"/>
                <a:cs typeface="Lexend"/>
                <a:sym typeface="Lexend"/>
              </a:rPr>
              <a:t>Justin born on P E Isle,</a:t>
            </a:r>
          </a:p>
          <a:p>
            <a:pPr marL="0" lvl="0" indent="0">
              <a:buSzPts val="1100"/>
              <a:buNone/>
            </a:pPr>
            <a:r>
              <a:rPr lang="en-US" sz="1400" dirty="0" smtClean="0">
                <a:latin typeface="Lexend"/>
                <a:ea typeface="Lexend"/>
                <a:cs typeface="Lexend"/>
                <a:sym typeface="Lexend"/>
              </a:rPr>
              <a:t>‎Played with friends for many a mile.</a:t>
            </a:r>
          </a:p>
          <a:p>
            <a:pPr marL="0" lvl="0" indent="0">
              <a:buSzPts val="1100"/>
              <a:buNone/>
            </a:pPr>
            <a:r>
              <a:rPr lang="en-US" sz="1400" dirty="0" smtClean="0">
                <a:latin typeface="Lexend"/>
                <a:ea typeface="Lexend"/>
                <a:cs typeface="Lexend"/>
                <a:sym typeface="Lexend"/>
              </a:rPr>
              <a:t>‎They were married one by one,</a:t>
            </a:r>
          </a:p>
          <a:p>
            <a:pPr marL="0" lvl="0" indent="0">
              <a:buSzPts val="1100"/>
              <a:buNone/>
            </a:pPr>
            <a:r>
              <a:rPr lang="en-US" sz="1400" dirty="0" smtClean="0">
                <a:latin typeface="Lexend"/>
                <a:ea typeface="Lexend"/>
                <a:cs typeface="Lexend"/>
                <a:sym typeface="Lexend"/>
              </a:rPr>
              <a:t>‎Where was Justin's </a:t>
            </a:r>
            <a:r>
              <a:rPr lang="en-US" sz="1400" dirty="0" err="1" smtClean="0">
                <a:latin typeface="Lexend"/>
                <a:ea typeface="Lexend"/>
                <a:cs typeface="Lexend"/>
                <a:sym typeface="Lexend"/>
              </a:rPr>
              <a:t>Honeybun</a:t>
            </a:r>
            <a:r>
              <a:rPr lang="en-US" sz="1400" dirty="0" smtClean="0">
                <a:latin typeface="Lexend"/>
                <a:ea typeface="Lexend"/>
                <a:cs typeface="Lexend"/>
                <a:sym typeface="Lexend"/>
              </a:rPr>
              <a:t>?</a:t>
            </a:r>
          </a:p>
          <a:p>
            <a:pPr marL="0" lvl="0" indent="0">
              <a:buSzPts val="1100"/>
              <a:buNone/>
            </a:pPr>
            <a:r>
              <a:rPr lang="en-US" sz="1400" dirty="0" smtClean="0">
                <a:latin typeface="Lexend"/>
                <a:ea typeface="Lexend"/>
                <a:cs typeface="Lexend"/>
                <a:sym typeface="Lexend"/>
              </a:rPr>
              <a:t>‎</a:t>
            </a:r>
          </a:p>
          <a:p>
            <a:pPr marL="0" lvl="0" indent="0">
              <a:buSzPts val="1100"/>
              <a:buNone/>
            </a:pPr>
            <a:r>
              <a:rPr lang="en-US" sz="1400" dirty="0" smtClean="0">
                <a:latin typeface="Lexend"/>
                <a:ea typeface="Lexend"/>
                <a:cs typeface="Lexend"/>
                <a:sym typeface="Lexend"/>
              </a:rPr>
              <a:t>‎Justin kept on praying (x3)</a:t>
            </a:r>
          </a:p>
          <a:p>
            <a:pPr marL="0" lvl="0" indent="0">
              <a:buSzPts val="1100"/>
              <a:buNone/>
            </a:pPr>
            <a:r>
              <a:rPr lang="en-US" sz="1400" dirty="0" smtClean="0">
                <a:latin typeface="Lexend"/>
                <a:ea typeface="Lexend"/>
                <a:cs typeface="Lexend"/>
                <a:sym typeface="Lexend"/>
              </a:rPr>
              <a:t>‎And waited God's reply.</a:t>
            </a:r>
          </a:p>
          <a:p>
            <a:pPr marL="0" lvl="0" indent="0">
              <a:buSzPts val="1100"/>
              <a:buNone/>
            </a:pPr>
            <a:r>
              <a:rPr lang="en-US" sz="1400" dirty="0" smtClean="0">
                <a:latin typeface="Lexend"/>
                <a:ea typeface="Lexend"/>
                <a:cs typeface="Lexend"/>
                <a:sym typeface="Lexend"/>
              </a:rPr>
              <a:t>‎</a:t>
            </a:r>
          </a:p>
          <a:p>
            <a:pPr marL="0" lvl="0" indent="0">
              <a:buSzPts val="1100"/>
              <a:buNone/>
            </a:pPr>
            <a:r>
              <a:rPr lang="en-US" sz="1400" dirty="0" smtClean="0">
                <a:latin typeface="Lexend"/>
                <a:ea typeface="Lexend"/>
                <a:cs typeface="Lexend"/>
                <a:sym typeface="Lexend"/>
              </a:rPr>
              <a:t>‎Charlotte's folks thought she wouldn't find,</a:t>
            </a:r>
          </a:p>
          <a:p>
            <a:pPr marL="0" lvl="0" indent="0">
              <a:buSzPts val="1100"/>
              <a:buNone/>
            </a:pPr>
            <a:r>
              <a:rPr lang="en-US" sz="1400" dirty="0" smtClean="0">
                <a:latin typeface="Lexend"/>
                <a:ea typeface="Lexend"/>
                <a:cs typeface="Lexend"/>
                <a:sym typeface="Lexend"/>
              </a:rPr>
              <a:t>‎One who'd be so brave and kind.</a:t>
            </a:r>
          </a:p>
          <a:p>
            <a:pPr marL="0" lvl="0" indent="0">
              <a:buSzPts val="1100"/>
              <a:buNone/>
            </a:pPr>
            <a:r>
              <a:rPr lang="en-US" sz="1400" dirty="0" smtClean="0">
                <a:latin typeface="Lexend"/>
                <a:ea typeface="Lexend"/>
                <a:cs typeface="Lexend"/>
                <a:sym typeface="Lexend"/>
              </a:rPr>
              <a:t>‎Someone said God wouldn't at all</a:t>
            </a:r>
          </a:p>
          <a:p>
            <a:pPr marL="0" lvl="0" indent="0">
              <a:buSzPts val="1100"/>
              <a:buNone/>
            </a:pPr>
            <a:r>
              <a:rPr lang="en-US" sz="1400" dirty="0" smtClean="0">
                <a:latin typeface="Lexend"/>
                <a:ea typeface="Lexend"/>
                <a:cs typeface="Lexend"/>
                <a:sym typeface="Lexend"/>
              </a:rPr>
              <a:t>‎Bring her man into the hall.</a:t>
            </a:r>
          </a:p>
          <a:p>
            <a:pPr marL="0" lvl="0" indent="0">
              <a:buSzPts val="1100"/>
              <a:buNone/>
            </a:pPr>
            <a:r>
              <a:rPr lang="en-US" sz="1400" dirty="0" smtClean="0">
                <a:latin typeface="Lexend"/>
                <a:ea typeface="Lexend"/>
                <a:cs typeface="Lexend"/>
                <a:sym typeface="Lexend"/>
              </a:rPr>
              <a:t>‎</a:t>
            </a:r>
          </a:p>
          <a:p>
            <a:pPr marL="0" lvl="0" indent="0">
              <a:buSzPts val="1100"/>
              <a:buNone/>
            </a:pPr>
            <a:r>
              <a:rPr lang="en-US" sz="1400" dirty="0" smtClean="0">
                <a:latin typeface="Lexend"/>
                <a:ea typeface="Lexend"/>
                <a:cs typeface="Lexend"/>
                <a:sym typeface="Lexend"/>
              </a:rPr>
              <a:t>‎But our God was working (x3)</a:t>
            </a:r>
          </a:p>
          <a:p>
            <a:pPr marL="0" lvl="0" indent="0">
              <a:buSzPts val="1100"/>
              <a:buNone/>
            </a:pPr>
            <a:r>
              <a:rPr lang="en-US" sz="1400" dirty="0" smtClean="0">
                <a:latin typeface="Lexend"/>
                <a:ea typeface="Lexend"/>
                <a:cs typeface="Lexend"/>
                <a:sym typeface="Lexend"/>
              </a:rPr>
              <a:t>‎To bring them into one.</a:t>
            </a:r>
          </a:p>
          <a:p>
            <a:pPr marL="0" lvl="0" indent="0">
              <a:buSzPts val="1100"/>
              <a:buNone/>
            </a:pPr>
            <a:r>
              <a:rPr lang="en-US" sz="1400" dirty="0" smtClean="0">
                <a:latin typeface="Lexend"/>
                <a:ea typeface="Lexend"/>
                <a:cs typeface="Lexend"/>
                <a:sym typeface="Lexend"/>
              </a:rPr>
              <a:t>‎</a:t>
            </a:r>
          </a:p>
          <a:p>
            <a:pPr marL="0" lvl="0" indent="0">
              <a:buSzPts val="1100"/>
              <a:buNone/>
            </a:pPr>
            <a:r>
              <a:rPr lang="en-US" sz="1400" dirty="0" smtClean="0">
                <a:latin typeface="Lexend"/>
                <a:ea typeface="Lexend"/>
                <a:cs typeface="Lexend"/>
                <a:sym typeface="Lexend"/>
              </a:rPr>
              <a:t>‎Mr. Justin plowed the roads,</a:t>
            </a:r>
          </a:p>
          <a:p>
            <a:pPr marL="0" lvl="0" indent="0">
              <a:buSzPts val="1100"/>
              <a:buNone/>
            </a:pPr>
            <a:r>
              <a:rPr lang="en-US" sz="1400" dirty="0" smtClean="0">
                <a:latin typeface="Lexend"/>
                <a:ea typeface="Lexend"/>
                <a:cs typeface="Lexend"/>
                <a:sym typeface="Lexend"/>
              </a:rPr>
              <a:t>‎Visiting folks in their abodes.</a:t>
            </a:r>
          </a:p>
          <a:p>
            <a:pPr marL="0" lvl="0" indent="0">
              <a:buSzPts val="1100"/>
              <a:buNone/>
            </a:pPr>
            <a:r>
              <a:rPr lang="en-US" sz="1400" dirty="0" smtClean="0">
                <a:latin typeface="Lexend"/>
                <a:ea typeface="Lexend"/>
                <a:cs typeface="Lexend"/>
                <a:sym typeface="Lexend"/>
              </a:rPr>
              <a:t>‎Praying God would soon provide</a:t>
            </a:r>
          </a:p>
          <a:p>
            <a:pPr marL="0" lvl="0" indent="0">
              <a:buSzPts val="1100"/>
              <a:buNone/>
            </a:pPr>
            <a:r>
              <a:rPr lang="en-US" sz="1400" dirty="0" smtClean="0">
                <a:latin typeface="Lexend"/>
                <a:ea typeface="Lexend"/>
                <a:cs typeface="Lexend"/>
                <a:sym typeface="Lexend"/>
              </a:rPr>
              <a:t>‎A faithful one to be his bride.</a:t>
            </a:r>
          </a:p>
          <a:p>
            <a:pPr marL="0" lvl="0" indent="0">
              <a:buSzPts val="1100"/>
              <a:buNone/>
            </a:pPr>
            <a:r>
              <a:rPr lang="en-US" sz="1400" dirty="0" smtClean="0">
                <a:latin typeface="Lexend"/>
                <a:ea typeface="Lexend"/>
                <a:cs typeface="Lexend"/>
                <a:sym typeface="Lexend"/>
              </a:rPr>
              <a:t>‎</a:t>
            </a:r>
          </a:p>
          <a:p>
            <a:pPr marL="0" lvl="0" indent="0">
              <a:buSzPts val="1100"/>
              <a:buNone/>
            </a:pPr>
            <a:r>
              <a:rPr lang="en-US" sz="1400" dirty="0" smtClean="0">
                <a:latin typeface="Lexend"/>
                <a:ea typeface="Lexend"/>
                <a:cs typeface="Lexend"/>
                <a:sym typeface="Lexend"/>
              </a:rPr>
              <a:t>‎Down he went to Belfast (x3)</a:t>
            </a:r>
          </a:p>
          <a:p>
            <a:pPr marL="0" lvl="0" indent="0">
              <a:buSzPts val="1100"/>
              <a:buNone/>
            </a:pPr>
            <a:r>
              <a:rPr lang="en-US" sz="1400" dirty="0" smtClean="0">
                <a:latin typeface="Lexend"/>
                <a:ea typeface="Lexend"/>
                <a:cs typeface="Lexend"/>
                <a:sym typeface="Lexend"/>
              </a:rPr>
              <a:t>‎And found Dear Charlotte there.</a:t>
            </a:r>
          </a:p>
          <a:p>
            <a:pPr marL="0" lvl="0" indent="0">
              <a:buSzPts val="1100"/>
              <a:buNone/>
            </a:pPr>
            <a:endParaRPr lang="en-US" sz="1400" dirty="0" smtClean="0">
              <a:latin typeface="Lexend"/>
              <a:ea typeface="Lexend"/>
              <a:cs typeface="Lexend"/>
              <a:sym typeface="Lexend"/>
            </a:endParaRPr>
          </a:p>
          <a:p>
            <a:pPr marL="0" lvl="0" indent="0">
              <a:buSzPts val="1100"/>
              <a:buNone/>
            </a:pPr>
            <a:endParaRPr lang="en-US" sz="1400" dirty="0" smtClean="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" name="Google Shape;462;p16"/>
          <p:cNvSpPr txBox="1">
            <a:spLocks/>
          </p:cNvSpPr>
          <p:nvPr/>
        </p:nvSpPr>
        <p:spPr>
          <a:xfrm>
            <a:off x="4746125" y="365760"/>
            <a:ext cx="4398000" cy="5726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SzPts val="1100"/>
              <a:buNone/>
            </a:pPr>
            <a:r>
              <a:rPr lang="en-US" dirty="0" smtClean="0">
                <a:latin typeface="Lexend"/>
                <a:ea typeface="Lexend"/>
                <a:cs typeface="Lexend"/>
                <a:sym typeface="Lexend"/>
              </a:rPr>
              <a:t>In her nursing, she showed care,</a:t>
            </a:r>
          </a:p>
          <a:p>
            <a:pPr marL="0" lvl="0" indent="0">
              <a:buSzPts val="1100"/>
              <a:buNone/>
            </a:pPr>
            <a:r>
              <a:rPr lang="en-US" dirty="0" smtClean="0">
                <a:latin typeface="Lexend"/>
                <a:ea typeface="Lexend"/>
                <a:cs typeface="Lexend"/>
                <a:sym typeface="Lexend"/>
              </a:rPr>
              <a:t>To each and </a:t>
            </a:r>
            <a:r>
              <a:rPr lang="en-US" dirty="0" err="1" smtClean="0">
                <a:latin typeface="Lexend"/>
                <a:ea typeface="Lexend"/>
                <a:cs typeface="Lexend"/>
                <a:sym typeface="Lexend"/>
              </a:rPr>
              <a:t>ev'ry</a:t>
            </a:r>
            <a:r>
              <a:rPr lang="en-US" dirty="0" smtClean="0">
                <a:latin typeface="Lexend"/>
                <a:ea typeface="Lexend"/>
                <a:cs typeface="Lexend"/>
                <a:sym typeface="Lexend"/>
              </a:rPr>
              <a:t> patient there.  </a:t>
            </a:r>
          </a:p>
          <a:p>
            <a:pPr marL="0" lvl="0" indent="0">
              <a:buSzPts val="1100"/>
              <a:buNone/>
            </a:pPr>
            <a:r>
              <a:rPr lang="en-US" dirty="0" smtClean="0">
                <a:latin typeface="Lexend"/>
                <a:ea typeface="Lexend"/>
                <a:cs typeface="Lexend"/>
                <a:sym typeface="Lexend"/>
              </a:rPr>
              <a:t>Hospitality she gave,  </a:t>
            </a:r>
          </a:p>
          <a:p>
            <a:pPr marL="0" lvl="0" indent="0">
              <a:buSzPts val="1100"/>
              <a:buNone/>
            </a:pPr>
            <a:r>
              <a:rPr lang="en-US" dirty="0" smtClean="0">
                <a:latin typeface="Lexend"/>
                <a:ea typeface="Lexend"/>
                <a:cs typeface="Lexend"/>
                <a:sym typeface="Lexend"/>
              </a:rPr>
              <a:t>She sought to see children saved.</a:t>
            </a:r>
          </a:p>
          <a:p>
            <a:pPr marL="0" lvl="0" indent="0">
              <a:buSzPts val="1100"/>
              <a:buNone/>
            </a:pPr>
            <a:endParaRPr lang="en-US" dirty="0" smtClean="0">
              <a:latin typeface="Lexend"/>
              <a:ea typeface="Lexend"/>
              <a:cs typeface="Lexend"/>
              <a:sym typeface="Lexend"/>
            </a:endParaRPr>
          </a:p>
          <a:p>
            <a:pPr marL="0" lvl="0" indent="0">
              <a:buSzPts val="1100"/>
              <a:buNone/>
            </a:pPr>
            <a:endParaRPr lang="en-US" dirty="0" smtClean="0">
              <a:latin typeface="Lexend"/>
              <a:ea typeface="Lexend"/>
              <a:cs typeface="Lexend"/>
              <a:sym typeface="Lexend"/>
            </a:endParaRPr>
          </a:p>
          <a:p>
            <a:pPr marL="0" lvl="0" indent="0">
              <a:buSzPts val="1100"/>
              <a:buNone/>
            </a:pPr>
            <a:r>
              <a:rPr lang="en-US" dirty="0" smtClean="0">
                <a:latin typeface="Lexend"/>
                <a:ea typeface="Lexend"/>
                <a:cs typeface="Lexend"/>
                <a:sym typeface="Lexend"/>
              </a:rPr>
              <a:t>Her life showed devotion (x3)</a:t>
            </a:r>
          </a:p>
          <a:p>
            <a:pPr marL="0" lvl="0" indent="0">
              <a:buSzPts val="1100"/>
              <a:buNone/>
            </a:pPr>
            <a:r>
              <a:rPr lang="en-US" dirty="0" smtClean="0">
                <a:latin typeface="Lexend"/>
                <a:ea typeface="Lexend"/>
                <a:cs typeface="Lexend"/>
                <a:sym typeface="Lexend"/>
              </a:rPr>
              <a:t>Which God will repay.</a:t>
            </a:r>
          </a:p>
          <a:p>
            <a:pPr marL="0" lvl="0" indent="0">
              <a:buSzPts val="1100"/>
              <a:buNone/>
            </a:pPr>
            <a:r>
              <a:rPr lang="en-US" dirty="0" smtClean="0">
                <a:latin typeface="Lexend"/>
                <a:ea typeface="Lexend"/>
                <a:cs typeface="Lexend"/>
                <a:sym typeface="Lexend"/>
              </a:rPr>
              <a:t>‎</a:t>
            </a:r>
          </a:p>
          <a:p>
            <a:pPr marL="0" lvl="0" indent="0">
              <a:buSzPts val="1100"/>
              <a:buNone/>
            </a:pPr>
            <a:r>
              <a:rPr lang="en-US" dirty="0" smtClean="0">
                <a:latin typeface="Lexend"/>
                <a:ea typeface="Lexend"/>
                <a:cs typeface="Lexend"/>
                <a:sym typeface="Lexend"/>
              </a:rPr>
              <a:t>‎Wives to your own husbands be,</a:t>
            </a:r>
          </a:p>
          <a:p>
            <a:pPr marL="0" lvl="0" indent="0">
              <a:buSzPts val="1100"/>
              <a:buNone/>
            </a:pPr>
            <a:r>
              <a:rPr lang="en-US" dirty="0" smtClean="0">
                <a:latin typeface="Lexend"/>
                <a:ea typeface="Lexend"/>
                <a:cs typeface="Lexend"/>
                <a:sym typeface="Lexend"/>
              </a:rPr>
              <a:t>‎Subject till eternity.</a:t>
            </a:r>
          </a:p>
          <a:p>
            <a:pPr marL="0" lvl="0" indent="0">
              <a:buSzPts val="1100"/>
              <a:buNone/>
            </a:pPr>
            <a:r>
              <a:rPr lang="en-US" dirty="0" smtClean="0">
                <a:latin typeface="Lexend"/>
                <a:ea typeface="Lexend"/>
                <a:cs typeface="Lexend"/>
                <a:sym typeface="Lexend"/>
              </a:rPr>
              <a:t>‎In God's word we read again,</a:t>
            </a:r>
          </a:p>
          <a:p>
            <a:pPr marL="0" lvl="0" indent="0">
              <a:buSzPts val="1100"/>
              <a:buNone/>
            </a:pPr>
            <a:r>
              <a:rPr lang="en-US" dirty="0" smtClean="0">
                <a:latin typeface="Lexend"/>
                <a:ea typeface="Lexend"/>
                <a:cs typeface="Lexend"/>
                <a:sym typeface="Lexend"/>
              </a:rPr>
              <a:t>‎Husbands love your wives, that's plain.</a:t>
            </a:r>
          </a:p>
          <a:p>
            <a:pPr marL="0" lvl="0" indent="0">
              <a:buSzPts val="1100"/>
              <a:buNone/>
            </a:pPr>
            <a:r>
              <a:rPr lang="en-US" dirty="0" smtClean="0">
                <a:latin typeface="Lexend"/>
                <a:ea typeface="Lexend"/>
                <a:cs typeface="Lexend"/>
                <a:sym typeface="Lexend"/>
              </a:rPr>
              <a:t>‎</a:t>
            </a:r>
          </a:p>
          <a:p>
            <a:pPr marL="0" lvl="0" indent="0">
              <a:buSzPts val="1100"/>
              <a:buNone/>
            </a:pPr>
            <a:r>
              <a:rPr lang="en-US" dirty="0" smtClean="0">
                <a:latin typeface="Lexend"/>
                <a:ea typeface="Lexend"/>
                <a:cs typeface="Lexend"/>
                <a:sym typeface="Lexend"/>
              </a:rPr>
              <a:t>‎Justin you must love her</a:t>
            </a:r>
          </a:p>
          <a:p>
            <a:pPr marL="0" lvl="0" indent="0">
              <a:buSzPts val="1100"/>
              <a:buNone/>
            </a:pPr>
            <a:r>
              <a:rPr lang="en-US" dirty="0" smtClean="0">
                <a:latin typeface="Lexend"/>
                <a:ea typeface="Lexend"/>
                <a:cs typeface="Lexend"/>
                <a:sym typeface="Lexend"/>
              </a:rPr>
              <a:t>‎Justin you must love her...</a:t>
            </a:r>
          </a:p>
          <a:p>
            <a:pPr marL="0" lvl="0" indent="0">
              <a:buSzPts val="1100"/>
              <a:buNone/>
            </a:pPr>
            <a:r>
              <a:rPr lang="en-US" dirty="0" smtClean="0">
                <a:latin typeface="Lexend"/>
                <a:ea typeface="Lexend"/>
                <a:cs typeface="Lexend"/>
                <a:sym typeface="Lexend"/>
              </a:rPr>
              <a:t>‎Charlotte you must respect him,</a:t>
            </a:r>
          </a:p>
          <a:p>
            <a:pPr marL="0" lvl="0" indent="0">
              <a:buSzPts val="1100"/>
              <a:buNone/>
            </a:pPr>
            <a:r>
              <a:rPr lang="en-US" dirty="0" smtClean="0">
                <a:latin typeface="Lexend"/>
                <a:ea typeface="Lexend"/>
                <a:cs typeface="Lexend"/>
                <a:sym typeface="Lexend"/>
              </a:rPr>
              <a:t>‎As the church to Christ, her head.</a:t>
            </a:r>
          </a:p>
          <a:p>
            <a:pPr marL="0" lvl="0" indent="0">
              <a:buSzPts val="1100"/>
              <a:buNone/>
            </a:pPr>
            <a:r>
              <a:rPr lang="en-US" dirty="0" smtClean="0">
                <a:latin typeface="Lexend"/>
                <a:ea typeface="Lexend"/>
                <a:cs typeface="Lexend"/>
                <a:sym typeface="Lexend"/>
              </a:rPr>
              <a:t>‎</a:t>
            </a:r>
          </a:p>
          <a:p>
            <a:pPr marL="0" lvl="0" indent="0">
              <a:buSzPts val="1100"/>
              <a:buNone/>
            </a:pPr>
            <a:r>
              <a:rPr lang="en-US" dirty="0" smtClean="0">
                <a:latin typeface="Lexend"/>
                <a:ea typeface="Lexend"/>
                <a:cs typeface="Lexend"/>
                <a:sym typeface="Lexend"/>
              </a:rPr>
              <a:t>‎Now United in God's love,</a:t>
            </a:r>
          </a:p>
          <a:p>
            <a:pPr marL="0" lvl="0" indent="0">
              <a:buSzPts val="1100"/>
              <a:buNone/>
            </a:pPr>
            <a:r>
              <a:rPr lang="en-US" dirty="0" smtClean="0">
                <a:latin typeface="Lexend"/>
                <a:ea typeface="Lexend"/>
                <a:cs typeface="Lexend"/>
                <a:sym typeface="Lexend"/>
              </a:rPr>
              <a:t>‎Kept by Him till safe above.</a:t>
            </a:r>
          </a:p>
          <a:p>
            <a:pPr marL="0" lvl="0" indent="0">
              <a:buSzPts val="1100"/>
              <a:buNone/>
            </a:pPr>
            <a:r>
              <a:rPr lang="en-US" dirty="0" smtClean="0">
                <a:latin typeface="Lexend"/>
                <a:ea typeface="Lexend"/>
                <a:cs typeface="Lexend"/>
                <a:sym typeface="Lexend"/>
              </a:rPr>
              <a:t>‎Live for Christ each passing day,</a:t>
            </a:r>
          </a:p>
          <a:p>
            <a:pPr marL="0" lvl="0" indent="0">
              <a:buSzPts val="1100"/>
              <a:buNone/>
            </a:pPr>
            <a:r>
              <a:rPr lang="en-US" dirty="0" smtClean="0">
                <a:latin typeface="Lexend"/>
                <a:ea typeface="Lexend"/>
                <a:cs typeface="Lexend"/>
                <a:sym typeface="Lexend"/>
              </a:rPr>
              <a:t>‎Till He calls us thence away...</a:t>
            </a:r>
          </a:p>
          <a:p>
            <a:pPr marL="0" lvl="0" indent="0">
              <a:buSzPts val="1100"/>
              <a:buNone/>
            </a:pPr>
            <a:r>
              <a:rPr lang="en-US" dirty="0" smtClean="0">
                <a:latin typeface="Lexend"/>
                <a:ea typeface="Lexend"/>
                <a:cs typeface="Lexend"/>
                <a:sym typeface="Lexend"/>
              </a:rPr>
              <a:t>‎</a:t>
            </a:r>
          </a:p>
          <a:p>
            <a:pPr marL="0" lvl="0" indent="0">
              <a:buSzPts val="1100"/>
              <a:buNone/>
            </a:pPr>
            <a:r>
              <a:rPr lang="en-US" dirty="0" smtClean="0">
                <a:latin typeface="Lexend"/>
                <a:ea typeface="Lexend"/>
                <a:cs typeface="Lexend"/>
                <a:sym typeface="Lexend"/>
              </a:rPr>
              <a:t>‎In God's love now resting... (x3)</a:t>
            </a:r>
          </a:p>
          <a:p>
            <a:pPr marL="0" lvl="0" indent="0">
              <a:buSzPts val="1100"/>
              <a:buNone/>
            </a:pPr>
            <a:r>
              <a:rPr lang="en-US" dirty="0" smtClean="0">
                <a:latin typeface="Lexend"/>
                <a:ea typeface="Lexend"/>
                <a:cs typeface="Lexend"/>
                <a:sym typeface="Lexend"/>
              </a:rPr>
              <a:t>‎Enjoy His love below</a:t>
            </a:r>
            <a:endParaRPr lang="en-US" dirty="0" smtClean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Lexend Light"/>
              <a:buNone/>
              <a:tabLst/>
              <a:defRPr/>
            </a:pPr>
            <a:endParaRPr kumimoji="0" lang="en-US" sz="1400" i="0" u="none" strike="noStrike" kern="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" name="Google Shape;463;p16">
            <a:hlinkClick r:id="rId3" action="ppaction://hlinksldjump"/>
          </p:cNvPr>
          <p:cNvSpPr/>
          <p:nvPr/>
        </p:nvSpPr>
        <p:spPr>
          <a:xfrm>
            <a:off x="8456375" y="5868733"/>
            <a:ext cx="558900" cy="763500"/>
          </a:xfrm>
          <a:prstGeom prst="ellipse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461;p16"/>
          <p:cNvSpPr txBox="1">
            <a:spLocks noGrp="1"/>
          </p:cNvSpPr>
          <p:nvPr>
            <p:ph type="body" idx="1"/>
          </p:nvPr>
        </p:nvSpPr>
        <p:spPr>
          <a:xfrm>
            <a:off x="311699" y="222068"/>
            <a:ext cx="8544917" cy="6178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>
              <a:buSzPts val="1100"/>
              <a:buNone/>
            </a:pPr>
            <a:r>
              <a:rPr lang="en-US" sz="1600" dirty="0" smtClean="0">
                <a:latin typeface="Lexend"/>
                <a:ea typeface="Lexend"/>
                <a:cs typeface="Lexend"/>
                <a:sym typeface="Lexend"/>
              </a:rPr>
              <a:t>I</a:t>
            </a:r>
            <a:r>
              <a:rPr lang="en-US" sz="1600" dirty="0" smtClean="0">
                <a:latin typeface="Lexend"/>
                <a:ea typeface="Lexend"/>
                <a:cs typeface="Lexend"/>
                <a:sym typeface="Lexend"/>
              </a:rPr>
              <a:t>'ve </a:t>
            </a:r>
            <a:r>
              <a:rPr lang="en-US" sz="1600" dirty="0" smtClean="0">
                <a:latin typeface="Lexend"/>
                <a:ea typeface="Lexend"/>
                <a:cs typeface="Lexend"/>
                <a:sym typeface="Lexend"/>
              </a:rPr>
              <a:t>kept a close watch for a gal of mine</a:t>
            </a:r>
          </a:p>
          <a:p>
            <a:pPr marL="0" lvl="0" indent="0" algn="ctr">
              <a:buSzPts val="1100"/>
              <a:buNone/>
            </a:pPr>
            <a:r>
              <a:rPr lang="en-US" sz="1600" dirty="0" smtClean="0">
                <a:latin typeface="Lexend"/>
                <a:ea typeface="Lexend"/>
                <a:cs typeface="Lexend"/>
                <a:sym typeface="Lexend"/>
              </a:rPr>
              <a:t>But fall asleep in meeting </a:t>
            </a:r>
            <a:r>
              <a:rPr lang="en-US" sz="1600" dirty="0" smtClean="0">
                <a:latin typeface="Lexend"/>
                <a:ea typeface="Lexend"/>
                <a:cs typeface="Lexend"/>
                <a:sym typeface="Lexend"/>
              </a:rPr>
              <a:t>every time</a:t>
            </a:r>
            <a:endParaRPr lang="en-US" sz="1600" dirty="0" smtClean="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ctr">
              <a:buSzPts val="1100"/>
              <a:buNone/>
            </a:pPr>
            <a:r>
              <a:rPr lang="en-US" sz="1600" dirty="0" smtClean="0">
                <a:latin typeface="Lexend"/>
                <a:ea typeface="Lexend"/>
                <a:cs typeface="Lexend"/>
                <a:sym typeface="Lexend"/>
              </a:rPr>
              <a:t>I keep my eye out for a knot to bind</a:t>
            </a:r>
          </a:p>
          <a:p>
            <a:pPr marL="0" lvl="0" indent="0" algn="ctr">
              <a:buSzPts val="1100"/>
              <a:buNone/>
            </a:pPr>
            <a:r>
              <a:rPr lang="en-US" sz="1600" dirty="0" smtClean="0">
                <a:latin typeface="Lexend"/>
                <a:ea typeface="Lexend"/>
                <a:cs typeface="Lexend"/>
                <a:sym typeface="Lexend"/>
              </a:rPr>
              <a:t>Alas none is mine, so I walk the line</a:t>
            </a:r>
          </a:p>
          <a:p>
            <a:pPr marL="0" lvl="0" indent="0" algn="ctr">
              <a:buSzPts val="1100"/>
              <a:buNone/>
            </a:pPr>
            <a:endParaRPr lang="en-US" sz="1600" dirty="0" smtClean="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ctr">
              <a:buSzPts val="1100"/>
              <a:buNone/>
            </a:pPr>
            <a:r>
              <a:rPr lang="en-US" sz="1600" dirty="0" smtClean="0">
                <a:latin typeface="Lexend"/>
                <a:ea typeface="Lexend"/>
                <a:cs typeface="Lexend"/>
                <a:sym typeface="Lexend"/>
              </a:rPr>
              <a:t>Was coming home from conference late one night</a:t>
            </a:r>
          </a:p>
          <a:p>
            <a:pPr marL="0" lvl="0" indent="0" algn="ctr">
              <a:buSzPts val="1100"/>
              <a:buNone/>
            </a:pPr>
            <a:r>
              <a:rPr lang="en-US" sz="1600" dirty="0" smtClean="0">
                <a:latin typeface="Lexend"/>
                <a:ea typeface="Lexend"/>
                <a:cs typeface="Lexend"/>
                <a:sym typeface="Lexend"/>
              </a:rPr>
              <a:t>My car weaving then I see flashing lights</a:t>
            </a:r>
          </a:p>
          <a:p>
            <a:pPr marL="0" lvl="0" indent="0" algn="ctr">
              <a:buSzPts val="1100"/>
              <a:buNone/>
            </a:pPr>
            <a:r>
              <a:rPr lang="en-US" sz="1600" dirty="0" smtClean="0">
                <a:latin typeface="Lexend"/>
                <a:ea typeface="Lexend"/>
                <a:cs typeface="Lexend"/>
                <a:sym typeface="Lexend"/>
              </a:rPr>
              <a:t>Oh officer please, I'm really doing fine</a:t>
            </a:r>
          </a:p>
          <a:p>
            <a:pPr marL="0" lvl="0" indent="0" algn="ctr">
              <a:buSzPts val="1100"/>
              <a:buNone/>
            </a:pPr>
            <a:r>
              <a:rPr lang="en-US" sz="1600" dirty="0" smtClean="0">
                <a:latin typeface="Lexend"/>
                <a:ea typeface="Lexend"/>
                <a:cs typeface="Lexend"/>
                <a:sym typeface="Lexend"/>
              </a:rPr>
              <a:t>Young man don't whine, just walk the line</a:t>
            </a:r>
          </a:p>
          <a:p>
            <a:pPr marL="0" lvl="0" indent="0" algn="ctr">
              <a:buSzPts val="1100"/>
              <a:buNone/>
            </a:pPr>
            <a:endParaRPr lang="en-US" sz="1600" dirty="0" smtClean="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ctr">
              <a:buSzPts val="1100"/>
              <a:buNone/>
            </a:pPr>
            <a:r>
              <a:rPr lang="en-US" sz="1600" dirty="0" smtClean="0">
                <a:latin typeface="Lexend"/>
                <a:ea typeface="Lexend"/>
                <a:cs typeface="Lexend"/>
                <a:sym typeface="Lexend"/>
              </a:rPr>
              <a:t>As </a:t>
            </a:r>
            <a:r>
              <a:rPr lang="en-US" sz="1600" dirty="0" smtClean="0">
                <a:latin typeface="Lexend"/>
                <a:ea typeface="Lexend"/>
                <a:cs typeface="Lexend"/>
                <a:sym typeface="Lexend"/>
              </a:rPr>
              <a:t>sure as night is dark and day is light</a:t>
            </a:r>
          </a:p>
          <a:p>
            <a:pPr marL="0" lvl="0" indent="0" algn="ctr">
              <a:buSzPts val="1100"/>
              <a:buNone/>
            </a:pPr>
            <a:r>
              <a:rPr lang="en-US" sz="1600" dirty="0" smtClean="0">
                <a:latin typeface="Lexend"/>
                <a:ea typeface="Lexend"/>
                <a:cs typeface="Lexend"/>
                <a:sym typeface="Lexend"/>
              </a:rPr>
              <a:t>I've looked for you everyday and right</a:t>
            </a:r>
          </a:p>
          <a:p>
            <a:pPr marL="0" lvl="0" indent="0" algn="ctr">
              <a:buSzPts val="1100"/>
              <a:buNone/>
            </a:pPr>
            <a:r>
              <a:rPr lang="en-US" sz="1600" dirty="0" smtClean="0">
                <a:latin typeface="Lexend"/>
                <a:ea typeface="Lexend"/>
                <a:cs typeface="Lexend"/>
                <a:sym typeface="Lexend"/>
              </a:rPr>
              <a:t>In Nova Scotia, Cape Breton, Ontario fine</a:t>
            </a:r>
          </a:p>
          <a:p>
            <a:pPr marL="0" lvl="0" indent="0" algn="ctr">
              <a:buSzPts val="1100"/>
              <a:buNone/>
            </a:pPr>
            <a:r>
              <a:rPr lang="en-US" sz="1600" dirty="0" smtClean="0">
                <a:latin typeface="Lexend"/>
                <a:ea typeface="Lexend"/>
                <a:cs typeface="Lexend"/>
                <a:sym typeface="Lexend"/>
              </a:rPr>
              <a:t>But not a sign, I've walked the line.</a:t>
            </a:r>
          </a:p>
          <a:p>
            <a:pPr marL="0" lvl="0" indent="0" algn="ctr">
              <a:buSzPts val="1100"/>
              <a:buNone/>
            </a:pPr>
            <a:endParaRPr lang="en-US" sz="1600" dirty="0" smtClean="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ctr">
              <a:buSzPts val="1100"/>
              <a:buNone/>
            </a:pPr>
            <a:r>
              <a:rPr lang="en-US" sz="1600" dirty="0" smtClean="0">
                <a:latin typeface="Lexend"/>
                <a:ea typeface="Lexend"/>
                <a:cs typeface="Lexend"/>
                <a:sym typeface="Lexend"/>
              </a:rPr>
              <a:t>Then just last fall every one was in shock</a:t>
            </a:r>
          </a:p>
          <a:p>
            <a:pPr marL="0" lvl="0" indent="0" algn="ctr">
              <a:buSzPts val="1100"/>
              <a:buNone/>
            </a:pPr>
            <a:r>
              <a:rPr lang="en-US" sz="1600" dirty="0" smtClean="0">
                <a:latin typeface="Lexend"/>
                <a:ea typeface="Lexend"/>
                <a:cs typeface="Lexend"/>
                <a:sym typeface="Lexend"/>
              </a:rPr>
              <a:t>A gal with Justin with her reddish locks</a:t>
            </a:r>
          </a:p>
          <a:p>
            <a:pPr marL="0" lvl="0" indent="0" algn="ctr">
              <a:buSzPts val="1100"/>
              <a:buNone/>
            </a:pPr>
            <a:r>
              <a:rPr lang="en-US" sz="1600" dirty="0" smtClean="0">
                <a:latin typeface="Lexend"/>
                <a:ea typeface="Lexend"/>
                <a:cs typeface="Lexend"/>
                <a:sym typeface="Lexend"/>
              </a:rPr>
              <a:t>Oh Charlotte darling you're </a:t>
            </a:r>
            <a:r>
              <a:rPr lang="en-US" sz="1600" dirty="0" err="1" smtClean="0">
                <a:latin typeface="Lexend"/>
                <a:ea typeface="Lexend"/>
                <a:cs typeface="Lexend"/>
                <a:sym typeface="Lexend"/>
              </a:rPr>
              <a:t>Justintime</a:t>
            </a:r>
            <a:endParaRPr lang="en-US" sz="1600" dirty="0" smtClean="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ctr">
              <a:buSzPts val="1100"/>
              <a:buNone/>
            </a:pPr>
            <a:r>
              <a:rPr lang="en-US" sz="1600" dirty="0" smtClean="0">
                <a:latin typeface="Lexend"/>
                <a:ea typeface="Lexend"/>
                <a:cs typeface="Lexend"/>
                <a:sym typeface="Lexend"/>
              </a:rPr>
              <a:t>If you’ll be mine I’ll walk the line</a:t>
            </a:r>
          </a:p>
          <a:p>
            <a:pPr marL="0" lvl="0" indent="0" algn="ctr">
              <a:buSzPts val="1100"/>
              <a:buNone/>
            </a:pPr>
            <a:endParaRPr lang="en-US" sz="1600" dirty="0" smtClean="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ctr">
              <a:buSzPts val="1100"/>
              <a:buNone/>
            </a:pPr>
            <a:r>
              <a:rPr lang="en-US" sz="1600" dirty="0" smtClean="0">
                <a:latin typeface="Lexend"/>
                <a:ea typeface="Lexend"/>
                <a:cs typeface="Lexend"/>
                <a:sym typeface="Lexend"/>
              </a:rPr>
              <a:t>And now the wedding day is here at last</a:t>
            </a:r>
          </a:p>
          <a:p>
            <a:pPr marL="0" lvl="0" indent="0" algn="ctr">
              <a:buSzPts val="1100"/>
              <a:buNone/>
            </a:pPr>
            <a:r>
              <a:rPr lang="en-US" sz="1600" dirty="0" smtClean="0">
                <a:latin typeface="Lexend"/>
                <a:ea typeface="Lexend"/>
                <a:cs typeface="Lexend"/>
                <a:sym typeface="Lexend"/>
              </a:rPr>
              <a:t>Those lonely days, they finally are past</a:t>
            </a:r>
          </a:p>
          <a:p>
            <a:pPr marL="0" lvl="0" indent="0" algn="ctr">
              <a:buSzPts val="1100"/>
              <a:buNone/>
            </a:pPr>
            <a:r>
              <a:rPr lang="en-US" sz="1600" dirty="0" smtClean="0">
                <a:latin typeface="Lexend"/>
                <a:ea typeface="Lexend"/>
                <a:cs typeface="Lexend"/>
                <a:sym typeface="Lexend"/>
              </a:rPr>
              <a:t>I got money and music talent combined</a:t>
            </a:r>
          </a:p>
          <a:p>
            <a:pPr marL="0" lvl="0" indent="0" algn="ctr">
              <a:buSzPts val="1100"/>
              <a:buNone/>
            </a:pPr>
            <a:r>
              <a:rPr lang="en-US" sz="1600" dirty="0" smtClean="0">
                <a:latin typeface="Lexend"/>
                <a:ea typeface="Lexend"/>
                <a:cs typeface="Lexend"/>
                <a:sym typeface="Lexend"/>
              </a:rPr>
              <a:t>and since your mine, I'll walk the line</a:t>
            </a:r>
          </a:p>
          <a:p>
            <a:pPr marL="0" lvl="0" indent="0" algn="ctr">
              <a:buSzPts val="1100"/>
              <a:buNone/>
            </a:pPr>
            <a:r>
              <a:rPr lang="en-US" sz="1600" dirty="0" smtClean="0">
                <a:latin typeface="Lexend"/>
                <a:ea typeface="Lexend"/>
                <a:cs typeface="Lexend"/>
                <a:sym typeface="Lexend"/>
              </a:rPr>
              <a:t>A married man must tow the line.</a:t>
            </a:r>
          </a:p>
          <a:p>
            <a:pPr marL="0" lvl="0" indent="0" algn="ctr">
              <a:buSzPts val="1100"/>
              <a:buNone/>
            </a:pPr>
            <a:endParaRPr lang="en-US" sz="1600" dirty="0" smtClean="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" name="Google Shape;462;p16"/>
          <p:cNvSpPr txBox="1">
            <a:spLocks/>
          </p:cNvSpPr>
          <p:nvPr/>
        </p:nvSpPr>
        <p:spPr>
          <a:xfrm>
            <a:off x="4950823" y="1541417"/>
            <a:ext cx="4193302" cy="4550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SzPts val="1100"/>
              <a:buNone/>
            </a:pPr>
            <a:endParaRPr lang="en-US" dirty="0" smtClean="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" name="Google Shape;463;p16">
            <a:hlinkClick r:id="rId3" action="ppaction://hlinksldjump"/>
          </p:cNvPr>
          <p:cNvSpPr/>
          <p:nvPr/>
        </p:nvSpPr>
        <p:spPr>
          <a:xfrm>
            <a:off x="8456375" y="6025491"/>
            <a:ext cx="558900" cy="606741"/>
          </a:xfrm>
          <a:prstGeom prst="ellipse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advClick="0"/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advClick="0"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Portfolio">
  <a:themeElements>
    <a:clrScheme name="Custom 1">
      <a:dk1>
        <a:srgbClr val="000000"/>
      </a:dk1>
      <a:lt1>
        <a:srgbClr val="FFFFFF"/>
      </a:lt1>
      <a:dk2>
        <a:srgbClr val="000000"/>
      </a:dk2>
      <a:lt2>
        <a:srgbClr val="A7BBC0"/>
      </a:lt2>
      <a:accent1>
        <a:srgbClr val="000000"/>
      </a:accent1>
      <a:accent2>
        <a:srgbClr val="000000"/>
      </a:accent2>
      <a:accent3>
        <a:srgbClr val="000000"/>
      </a:accent3>
      <a:accent4>
        <a:srgbClr val="000000"/>
      </a:accent4>
      <a:accent5>
        <a:srgbClr val="000000"/>
      </a:accent5>
      <a:accent6>
        <a:srgbClr val="000000"/>
      </a:accent6>
      <a:hlink>
        <a:srgbClr val="000000"/>
      </a:hlink>
      <a:folHlink>
        <a:srgbClr val="0000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800</TotalTime>
  <Words>4002</Words>
  <Application>Microsoft Office PowerPoint</Application>
  <PresentationFormat>On-screen Show (4:3)</PresentationFormat>
  <Paragraphs>659</Paragraphs>
  <Slides>26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3" baseType="lpstr">
      <vt:lpstr>Arial</vt:lpstr>
      <vt:lpstr>Pacifico</vt:lpstr>
      <vt:lpstr>Merriweather Light</vt:lpstr>
      <vt:lpstr>Lexend Light</vt:lpstr>
      <vt:lpstr>Lexend</vt:lpstr>
      <vt:lpstr>Merriweather</vt:lpstr>
      <vt:lpstr>Portfolio</vt:lpstr>
      <vt:lpstr>Slide 1</vt:lpstr>
      <vt:lpstr>Table of Contents</vt:lpstr>
      <vt:lpstr>Father I Adore You</vt:lpstr>
      <vt:lpstr>At Calvary</vt:lpstr>
      <vt:lpstr>Wonderful Grace of Jesus</vt:lpstr>
      <vt:lpstr>Man of Sorrows</vt:lpstr>
      <vt:lpstr>I’ve found a Friend</vt:lpstr>
      <vt:lpstr>It Is Well with My Soul</vt:lpstr>
      <vt:lpstr>The Love that Jesus had for me</vt:lpstr>
      <vt:lpstr>And can it be</vt:lpstr>
      <vt:lpstr>Love sent my Savior</vt:lpstr>
      <vt:lpstr>I seek no other argument</vt:lpstr>
      <vt:lpstr>Was it for me</vt:lpstr>
      <vt:lpstr>Near the Cross</vt:lpstr>
      <vt:lpstr>Just as I am</vt:lpstr>
      <vt:lpstr>My Soul in Sad Exile</vt:lpstr>
      <vt:lpstr>Thou art the everlasting Word</vt:lpstr>
      <vt:lpstr>The Lords my Shepherd</vt:lpstr>
      <vt:lpstr>When I survey</vt:lpstr>
      <vt:lpstr>To God be the Glory</vt:lpstr>
      <vt:lpstr>Slide 21</vt:lpstr>
      <vt:lpstr>Still Like A Rollback</vt:lpstr>
      <vt:lpstr>Slide 23</vt:lpstr>
      <vt:lpstr>Slide 24</vt:lpstr>
      <vt:lpstr>Slide 25</vt:lpstr>
      <vt:lpstr>Slide 26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cp:lastModifiedBy>Marc MacArthur</cp:lastModifiedBy>
  <cp:revision>59</cp:revision>
  <dcterms:modified xsi:type="dcterms:W3CDTF">2026-03-17T21:08:20Z</dcterms:modified>
</cp:coreProperties>
</file>